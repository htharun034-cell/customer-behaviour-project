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6" r:id="rId4"/>
  </p:sldMasterIdLst>
  <p:notesMasterIdLst>
    <p:notesMasterId r:id="rId25"/>
  </p:notesMasterIdLst>
  <p:handoutMasterIdLst>
    <p:handoutMasterId r:id="rId26"/>
  </p:handoutMasterIdLst>
  <p:sldIdLst>
    <p:sldId id="256" r:id="rId5"/>
    <p:sldId id="277" r:id="rId6"/>
    <p:sldId id="262" r:id="rId7"/>
    <p:sldId id="289" r:id="rId8"/>
    <p:sldId id="295" r:id="rId9"/>
    <p:sldId id="264" r:id="rId10"/>
    <p:sldId id="258" r:id="rId11"/>
    <p:sldId id="278" r:id="rId12"/>
    <p:sldId id="266" r:id="rId13"/>
    <p:sldId id="268" r:id="rId14"/>
    <p:sldId id="280" r:id="rId15"/>
    <p:sldId id="270" r:id="rId16"/>
    <p:sldId id="293" r:id="rId17"/>
    <p:sldId id="294" r:id="rId18"/>
    <p:sldId id="260" r:id="rId19"/>
    <p:sldId id="282" r:id="rId20"/>
    <p:sldId id="283" r:id="rId21"/>
    <p:sldId id="290"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360" userDrawn="1">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3" name="Author" initials="A" lastIdx="0" clrIdx="2"/>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6D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7E9639D4-E3E2-4D34-9284-5A2195B3D0D7}">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97" autoAdjust="0"/>
    <p:restoredTop sz="94876" autoAdjust="0"/>
  </p:normalViewPr>
  <p:slideViewPr>
    <p:cSldViewPr snapToGrid="0">
      <p:cViewPr varScale="1">
        <p:scale>
          <a:sx n="82" d="100"/>
          <a:sy n="82" d="100"/>
        </p:scale>
        <p:origin x="258" y="90"/>
      </p:cViewPr>
      <p:guideLst>
        <p:guide orient="horz" pos="3360"/>
        <p:guide pos="384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lumMod val="75000"/>
              </a:schemeClr>
            </a:solidFill>
            <a:ln>
              <a:noFill/>
            </a:ln>
            <a:effectLst/>
          </c:spPr>
          <c:invertIfNegative val="0"/>
          <c:cat>
            <c:strRef>
              <c:f>Sheet1!$A$2:$A$5</c:f>
              <c:strCache>
                <c:ptCount val="4"/>
                <c:pt idx="0">
                  <c:v>20XX</c:v>
                </c:pt>
                <c:pt idx="1">
                  <c:v>20XX</c:v>
                </c:pt>
                <c:pt idx="2">
                  <c:v>20XX</c:v>
                </c:pt>
                <c:pt idx="3">
                  <c:v>20XX</c:v>
                </c:pt>
              </c:strCache>
            </c:strRef>
          </c:cat>
          <c:val>
            <c:numRef>
              <c:f>Sheet1!$B$2:$B$5</c:f>
              <c:numCache>
                <c:formatCode>[$$-409]#,##0</c:formatCode>
                <c:ptCount val="4"/>
                <c:pt idx="0">
                  <c:v>10000</c:v>
                </c:pt>
                <c:pt idx="1">
                  <c:v>20000</c:v>
                </c:pt>
                <c:pt idx="2">
                  <c:v>30000</c:v>
                </c:pt>
                <c:pt idx="3">
                  <c:v>40000</c:v>
                </c:pt>
              </c:numCache>
            </c:numRef>
          </c:val>
          <c:extLst>
            <c:ext xmlns:c16="http://schemas.microsoft.com/office/drawing/2014/chart" uri="{C3380CC4-5D6E-409C-BE32-E72D297353CC}">
              <c16:uniqueId val="{00000000-0B80-4025-ABCB-85931C353E85}"/>
            </c:ext>
          </c:extLst>
        </c:ser>
        <c:dLbls>
          <c:showLegendKey val="0"/>
          <c:showVal val="0"/>
          <c:showCatName val="0"/>
          <c:showSerName val="0"/>
          <c:showPercent val="0"/>
          <c:showBubbleSize val="0"/>
        </c:dLbls>
        <c:gapWidth val="118"/>
        <c:overlap val="-3"/>
        <c:axId val="694597680"/>
        <c:axId val="694598992"/>
      </c:barChart>
      <c:catAx>
        <c:axId val="69459768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4598992"/>
        <c:crosses val="autoZero"/>
        <c:auto val="1"/>
        <c:lblAlgn val="ctr"/>
        <c:lblOffset val="100"/>
        <c:noMultiLvlLbl val="0"/>
      </c:catAx>
      <c:valAx>
        <c:axId val="694598992"/>
        <c:scaling>
          <c:orientation val="minMax"/>
          <c:max val="40000"/>
        </c:scaling>
        <c:delete val="0"/>
        <c:axPos val="l"/>
        <c:majorGridlines>
          <c:spPr>
            <a:ln w="9525" cap="flat" cmpd="sng" algn="ctr">
              <a:solidFill>
                <a:schemeClr val="accent1">
                  <a:lumMod val="75000"/>
                </a:schemeClr>
              </a:solidFill>
              <a:round/>
            </a:ln>
            <a:effectLst/>
          </c:spPr>
        </c:majorGridlines>
        <c:numFmt formatCode="[$$-409]#,##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694597680"/>
        <c:crosses val="autoZero"/>
        <c:crossBetween val="between"/>
        <c:majorUnit val="100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D053-449F-8EEE-DAFE02C9D55A}"/>
              </c:ext>
            </c:extLst>
          </c:dPt>
          <c:dPt>
            <c:idx val="1"/>
            <c:bubble3D val="0"/>
            <c:spPr>
              <a:solidFill>
                <a:schemeClr val="accent1"/>
              </a:solidFill>
              <a:ln w="19050">
                <a:noFill/>
              </a:ln>
              <a:effectLst/>
            </c:spPr>
            <c:extLst>
              <c:ext xmlns:c16="http://schemas.microsoft.com/office/drawing/2014/chart" uri="{C3380CC4-5D6E-409C-BE32-E72D297353CC}">
                <c16:uniqueId val="{00000003-D053-449F-8EEE-DAFE02C9D55A}"/>
              </c:ext>
            </c:extLst>
          </c:dPt>
          <c:dPt>
            <c:idx val="2"/>
            <c:bubble3D val="0"/>
            <c:spPr>
              <a:solidFill>
                <a:schemeClr val="accent1">
                  <a:lumMod val="75000"/>
                </a:schemeClr>
              </a:solidFill>
              <a:ln w="19050">
                <a:noFill/>
              </a:ln>
              <a:effectLst/>
            </c:spPr>
            <c:extLst>
              <c:ext xmlns:c16="http://schemas.microsoft.com/office/drawing/2014/chart" uri="{C3380CC4-5D6E-409C-BE32-E72D297353CC}">
                <c16:uniqueId val="{00000005-D053-449F-8EEE-DAFE02C9D55A}"/>
              </c:ext>
            </c:extLst>
          </c:dPt>
          <c:dPt>
            <c:idx val="3"/>
            <c:bubble3D val="0"/>
            <c:spPr>
              <a:solidFill>
                <a:schemeClr val="accent1"/>
              </a:solidFill>
              <a:ln w="19050">
                <a:noFill/>
              </a:ln>
              <a:effectLst/>
            </c:spPr>
            <c:extLst>
              <c:ext xmlns:c16="http://schemas.microsoft.com/office/drawing/2014/chart" uri="{C3380CC4-5D6E-409C-BE32-E72D297353CC}">
                <c16:uniqueId val="{00000007-D053-449F-8EEE-DAFE02C9D55A}"/>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D053-449F-8EEE-DAFE02C9D55A}"/>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solidFill>
              <a:schemeClr val="bg1">
                <a:lumMod val="75000"/>
              </a:schemeClr>
            </a:solidFill>
            <a:ln>
              <a:noFill/>
            </a:ln>
          </c:spPr>
          <c:dPt>
            <c:idx val="0"/>
            <c:bubble3D val="0"/>
            <c:spPr>
              <a:solidFill>
                <a:schemeClr val="accent1"/>
              </a:solidFill>
              <a:ln w="19050">
                <a:noFill/>
              </a:ln>
              <a:effectLst/>
            </c:spPr>
            <c:extLst>
              <c:ext xmlns:c16="http://schemas.microsoft.com/office/drawing/2014/chart" uri="{C3380CC4-5D6E-409C-BE32-E72D297353CC}">
                <c16:uniqueId val="{00000001-68FD-4EB0-96B7-77E7434B1C75}"/>
              </c:ext>
            </c:extLst>
          </c:dPt>
          <c:dPt>
            <c:idx val="1"/>
            <c:bubble3D val="0"/>
            <c:spPr>
              <a:solidFill>
                <a:schemeClr val="accent1"/>
              </a:solidFill>
              <a:ln w="19050">
                <a:noFill/>
              </a:ln>
              <a:effectLst/>
            </c:spPr>
            <c:extLst>
              <c:ext xmlns:c16="http://schemas.microsoft.com/office/drawing/2014/chart" uri="{C3380CC4-5D6E-409C-BE32-E72D297353CC}">
                <c16:uniqueId val="{00000003-68FD-4EB0-96B7-77E7434B1C75}"/>
              </c:ext>
            </c:extLst>
          </c:dPt>
          <c:dPt>
            <c:idx val="2"/>
            <c:bubble3D val="0"/>
            <c:spPr>
              <a:solidFill>
                <a:schemeClr val="accent1"/>
              </a:solidFill>
              <a:ln w="19050">
                <a:noFill/>
              </a:ln>
              <a:effectLst/>
            </c:spPr>
            <c:extLst>
              <c:ext xmlns:c16="http://schemas.microsoft.com/office/drawing/2014/chart" uri="{C3380CC4-5D6E-409C-BE32-E72D297353CC}">
                <c16:uniqueId val="{00000005-68FD-4EB0-96B7-77E7434B1C75}"/>
              </c:ext>
            </c:extLst>
          </c:dPt>
          <c:dPt>
            <c:idx val="3"/>
            <c:bubble3D val="0"/>
            <c:spPr>
              <a:solidFill>
                <a:schemeClr val="accent1">
                  <a:lumMod val="75000"/>
                </a:schemeClr>
              </a:solidFill>
              <a:ln w="19050">
                <a:noFill/>
              </a:ln>
              <a:effectLst/>
            </c:spPr>
            <c:extLst>
              <c:ext xmlns:c16="http://schemas.microsoft.com/office/drawing/2014/chart" uri="{C3380CC4-5D6E-409C-BE32-E72D297353CC}">
                <c16:uniqueId val="{00000007-68FD-4EB0-96B7-77E7434B1C75}"/>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68FD-4EB0-96B7-77E7434B1C75}"/>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lumMod val="75000"/>
                </a:schemeClr>
              </a:solidFill>
              <a:ln w="19050">
                <a:noFill/>
              </a:ln>
              <a:effectLst/>
            </c:spPr>
            <c:extLst>
              <c:ext xmlns:c16="http://schemas.microsoft.com/office/drawing/2014/chart" uri="{C3380CC4-5D6E-409C-BE32-E72D297353CC}">
                <c16:uniqueId val="{00000001-F8DE-4407-9084-86239413ECEC}"/>
              </c:ext>
            </c:extLst>
          </c:dPt>
          <c:dPt>
            <c:idx val="1"/>
            <c:bubble3D val="0"/>
            <c:spPr>
              <a:solidFill>
                <a:schemeClr val="accent1"/>
              </a:solidFill>
              <a:ln w="19050">
                <a:noFill/>
              </a:ln>
              <a:effectLst/>
            </c:spPr>
            <c:extLst>
              <c:ext xmlns:c16="http://schemas.microsoft.com/office/drawing/2014/chart" uri="{C3380CC4-5D6E-409C-BE32-E72D297353CC}">
                <c16:uniqueId val="{00000003-F8DE-4407-9084-86239413ECEC}"/>
              </c:ext>
            </c:extLst>
          </c:dPt>
          <c:dPt>
            <c:idx val="2"/>
            <c:bubble3D val="0"/>
            <c:spPr>
              <a:solidFill>
                <a:schemeClr val="accent1"/>
              </a:solidFill>
              <a:ln w="19050">
                <a:noFill/>
              </a:ln>
              <a:effectLst/>
            </c:spPr>
            <c:extLst>
              <c:ext xmlns:c16="http://schemas.microsoft.com/office/drawing/2014/chart" uri="{C3380CC4-5D6E-409C-BE32-E72D297353CC}">
                <c16:uniqueId val="{00000005-F8DE-4407-9084-86239413ECEC}"/>
              </c:ext>
            </c:extLst>
          </c:dPt>
          <c:dPt>
            <c:idx val="3"/>
            <c:bubble3D val="0"/>
            <c:spPr>
              <a:solidFill>
                <a:schemeClr val="accent1"/>
              </a:solidFill>
              <a:ln w="19050">
                <a:noFill/>
              </a:ln>
              <a:effectLst/>
            </c:spPr>
            <c:extLst>
              <c:ext xmlns:c16="http://schemas.microsoft.com/office/drawing/2014/chart" uri="{C3380CC4-5D6E-409C-BE32-E72D297353CC}">
                <c16:uniqueId val="{00000007-F8DE-4407-9084-86239413ECEC}"/>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F8DE-4407-9084-86239413ECEC}"/>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1"/>
    <c:plotArea>
      <c:layout/>
      <c:doughnutChart>
        <c:varyColors val="1"/>
        <c:ser>
          <c:idx val="0"/>
          <c:order val="0"/>
          <c:tx>
            <c:strRef>
              <c:f>Sheet1!$B$1</c:f>
              <c:strCache>
                <c:ptCount val="1"/>
                <c:pt idx="0">
                  <c:v>Sales</c:v>
                </c:pt>
              </c:strCache>
            </c:strRef>
          </c:tx>
          <c:spPr>
            <a:ln>
              <a:noFill/>
            </a:ln>
          </c:spPr>
          <c:dPt>
            <c:idx val="0"/>
            <c:bubble3D val="0"/>
            <c:spPr>
              <a:solidFill>
                <a:schemeClr val="accent1"/>
              </a:solidFill>
              <a:ln w="19050">
                <a:noFill/>
              </a:ln>
              <a:effectLst/>
            </c:spPr>
            <c:extLst>
              <c:ext xmlns:c16="http://schemas.microsoft.com/office/drawing/2014/chart" uri="{C3380CC4-5D6E-409C-BE32-E72D297353CC}">
                <c16:uniqueId val="{00000001-7D2F-44F6-B0B4-AE7D2AD35A4D}"/>
              </c:ext>
            </c:extLst>
          </c:dPt>
          <c:dPt>
            <c:idx val="1"/>
            <c:bubble3D val="0"/>
            <c:spPr>
              <a:solidFill>
                <a:schemeClr val="accent1">
                  <a:lumMod val="75000"/>
                </a:schemeClr>
              </a:solidFill>
              <a:ln w="19050">
                <a:noFill/>
              </a:ln>
              <a:effectLst/>
            </c:spPr>
            <c:extLst>
              <c:ext xmlns:c16="http://schemas.microsoft.com/office/drawing/2014/chart" uri="{C3380CC4-5D6E-409C-BE32-E72D297353CC}">
                <c16:uniqueId val="{00000003-7D2F-44F6-B0B4-AE7D2AD35A4D}"/>
              </c:ext>
            </c:extLst>
          </c:dPt>
          <c:dPt>
            <c:idx val="2"/>
            <c:bubble3D val="0"/>
            <c:spPr>
              <a:solidFill>
                <a:schemeClr val="accent1"/>
              </a:solidFill>
              <a:ln w="19050">
                <a:noFill/>
              </a:ln>
              <a:effectLst/>
            </c:spPr>
            <c:extLst>
              <c:ext xmlns:c16="http://schemas.microsoft.com/office/drawing/2014/chart" uri="{C3380CC4-5D6E-409C-BE32-E72D297353CC}">
                <c16:uniqueId val="{00000005-7D2F-44F6-B0B4-AE7D2AD35A4D}"/>
              </c:ext>
            </c:extLst>
          </c:dPt>
          <c:dPt>
            <c:idx val="3"/>
            <c:bubble3D val="0"/>
            <c:spPr>
              <a:solidFill>
                <a:schemeClr val="accent1"/>
              </a:solidFill>
              <a:ln w="19050">
                <a:noFill/>
              </a:ln>
              <a:effectLst/>
            </c:spPr>
            <c:extLst>
              <c:ext xmlns:c16="http://schemas.microsoft.com/office/drawing/2014/chart" uri="{C3380CC4-5D6E-409C-BE32-E72D297353CC}">
                <c16:uniqueId val="{00000007-7D2F-44F6-B0B4-AE7D2AD35A4D}"/>
              </c:ext>
            </c:extLst>
          </c:dPt>
          <c:cat>
            <c:strRef>
              <c:f>Sheet1!$A$2:$A$5</c:f>
              <c:strCache>
                <c:ptCount val="4"/>
                <c:pt idx="0">
                  <c:v>Part 1</c:v>
                </c:pt>
                <c:pt idx="1">
                  <c:v>Part 2</c:v>
                </c:pt>
                <c:pt idx="2">
                  <c:v>Part 3</c:v>
                </c:pt>
                <c:pt idx="3">
                  <c:v>Part 4</c:v>
                </c:pt>
              </c:strCache>
            </c:strRef>
          </c:cat>
          <c:val>
            <c:numRef>
              <c:f>Sheet1!$B$2:$B$5</c:f>
              <c:numCache>
                <c:formatCode>General</c:formatCode>
                <c:ptCount val="4"/>
                <c:pt idx="0">
                  <c:v>82000</c:v>
                </c:pt>
                <c:pt idx="1">
                  <c:v>32000</c:v>
                </c:pt>
                <c:pt idx="2">
                  <c:v>14000</c:v>
                </c:pt>
                <c:pt idx="3">
                  <c:v>12000</c:v>
                </c:pt>
              </c:numCache>
            </c:numRef>
          </c:val>
          <c:extLst>
            <c:ext xmlns:c16="http://schemas.microsoft.com/office/drawing/2014/chart" uri="{C3380CC4-5D6E-409C-BE32-E72D297353CC}">
              <c16:uniqueId val="{00000008-7D2F-44F6-B0B4-AE7D2AD35A4D}"/>
            </c:ext>
          </c:extLst>
        </c:ser>
        <c:dLbls>
          <c:showLegendKey val="0"/>
          <c:showVal val="0"/>
          <c:showCatName val="0"/>
          <c:showSerName val="0"/>
          <c:showPercent val="0"/>
          <c:showBubbleSize val="0"/>
          <c:showLeaderLines val="0"/>
        </c:dLbls>
        <c:firstSliceAng val="16"/>
        <c:holeSize val="80"/>
      </c:doughnut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3F6ED8B-CF52-4A64-BACC-61D9C1041E0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0D7022B2-02C5-4E03-99BC-0BA3C57AC49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352A77B-D33C-49B3-A83C-450AA2ED72B3}" type="datetimeFigureOut">
              <a:rPr lang="en-US" smtClean="0"/>
              <a:t>6/25/2026</a:t>
            </a:fld>
            <a:endParaRPr lang="en-US" dirty="0"/>
          </a:p>
        </p:txBody>
      </p:sp>
      <p:sp>
        <p:nvSpPr>
          <p:cNvPr id="4" name="Footer Placeholder 3">
            <a:extLst>
              <a:ext uri="{FF2B5EF4-FFF2-40B4-BE49-F238E27FC236}">
                <a16:creationId xmlns:a16="http://schemas.microsoft.com/office/drawing/2014/main" id="{BC3FEE8C-8D38-4F2A-950E-071C6823E271}"/>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8C567A6D-959B-4552-AB8D-4CCA819CAA7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BF9A36D-7FAC-478F-9944-F324014F6FD1}" type="slidenum">
              <a:rPr lang="en-US" smtClean="0"/>
              <a:t>‹#›</a:t>
            </a:fld>
            <a:endParaRPr lang="en-US" dirty="0"/>
          </a:p>
        </p:txBody>
      </p:sp>
    </p:spTree>
    <p:extLst>
      <p:ext uri="{BB962C8B-B14F-4D97-AF65-F5344CB8AC3E}">
        <p14:creationId xmlns:p14="http://schemas.microsoft.com/office/powerpoint/2010/main" val="13424676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8D8F9A-F5CB-4EF8-A859-ED5E107B9763}" type="datetimeFigureOut">
              <a:rPr lang="en-US" smtClean="0"/>
              <a:t>6/25/2026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B9A9E5-4F7F-4A7D-9DE1-899232329269}" type="slidenum">
              <a:rPr lang="en-US" smtClean="0"/>
              <a:t>‹#›</a:t>
            </a:fld>
            <a:endParaRPr lang="en-US" dirty="0"/>
          </a:p>
        </p:txBody>
      </p:sp>
    </p:spTree>
    <p:extLst>
      <p:ext uri="{BB962C8B-B14F-4D97-AF65-F5344CB8AC3E}">
        <p14:creationId xmlns:p14="http://schemas.microsoft.com/office/powerpoint/2010/main" val="1387783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D4B9A9E5-4F7F-4A7D-9DE1-899232329269}" type="slidenum">
              <a:rPr lang="en-US" smtClean="0"/>
              <a:t>4</a:t>
            </a:fld>
            <a:endParaRPr lang="en-US" dirty="0"/>
          </a:p>
        </p:txBody>
      </p:sp>
    </p:spTree>
    <p:extLst>
      <p:ext uri="{BB962C8B-B14F-4D97-AF65-F5344CB8AC3E}">
        <p14:creationId xmlns:p14="http://schemas.microsoft.com/office/powerpoint/2010/main" val="2971294757"/>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sv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slideMaster" Target="../slideMasters/slideMaster1.xml"/><Relationship Id="rId4" Type="http://schemas.openxmlformats.org/officeDocument/2006/relationships/image" Target="../media/image10.svg"/></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416040" y="4434840"/>
            <a:ext cx="4941771" cy="1122202"/>
          </a:xfrm>
        </p:spPr>
        <p:txBody>
          <a:bodyPr anchor="b">
            <a:noAutofit/>
          </a:bodyPr>
          <a:lstStyle>
            <a:lvl1pPr algn="l">
              <a:defRPr sz="3600" cap="all"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6416041" y="5586890"/>
            <a:ext cx="4941770" cy="396660"/>
          </a:xfrm>
        </p:spPr>
        <p:txBody>
          <a:bodyPr>
            <a:normAutofit/>
          </a:bodyPr>
          <a:lstStyle>
            <a:lvl1pPr marL="0" indent="0" algn="l">
              <a:lnSpc>
                <a:spcPct val="100000"/>
              </a:lnSpc>
              <a:buNone/>
              <a:defRPr sz="16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8" name="Graphic 7">
            <a:extLst>
              <a:ext uri="{FF2B5EF4-FFF2-40B4-BE49-F238E27FC236}">
                <a16:creationId xmlns:a16="http://schemas.microsoft.com/office/drawing/2014/main" id="{A04F1E16-9A84-4D0E-9706-79C396AF6AE6}"/>
              </a:ext>
            </a:extLst>
          </p:cNvPr>
          <p:cNvPicPr>
            <a:picLocks noChangeAspect="1"/>
          </p:cNvPicPr>
          <p:nvPr/>
        </p:nvPicPr>
        <p:blipFill rotWithShape="1">
          <a:blip>
            <a:extLst>
              <a:ext uri="{96DAC541-7B7A-43D3-8B79-37D633B846F1}">
                <asvg:svgBlip xmlns:asvg="http://schemas.microsoft.com/office/drawing/2016/SVG/main" r:embed="rId2"/>
              </a:ext>
            </a:extLst>
          </a:blip>
          <a:srcRect l="9358" t="23650" b="-1"/>
          <a:stretch/>
        </p:blipFill>
        <p:spPr>
          <a:xfrm>
            <a:off x="0" y="0"/>
            <a:ext cx="9488312" cy="5054323"/>
          </a:xfrm>
          <a:prstGeom prst="rect">
            <a:avLst/>
          </a:prstGeom>
        </p:spPr>
      </p:pic>
    </p:spTree>
    <p:extLst>
      <p:ext uri="{BB962C8B-B14F-4D97-AF65-F5344CB8AC3E}">
        <p14:creationId xmlns:p14="http://schemas.microsoft.com/office/powerpoint/2010/main" val="9131086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Agenda">
    <p:bg>
      <p:bgPr>
        <a:solidFill>
          <a:schemeClr val="bg1"/>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D514C6BF-376E-43E8-881D-2E767426990A}"/>
              </a:ext>
            </a:extLst>
          </p:cNvPr>
          <p:cNvPicPr>
            <a:picLocks noChangeAspect="1"/>
          </p:cNvPicPr>
          <p:nvPr/>
        </p:nvPicPr>
        <p:blipFill rotWithShape="1">
          <a:blip>
            <a:extLst>
              <a:ext uri="{96DAC541-7B7A-43D3-8B79-37D633B846F1}">
                <asvg:svgBlip xmlns:asvg="http://schemas.microsoft.com/office/drawing/2016/SVG/main" r:embed="rId2"/>
              </a:ext>
            </a:extLst>
          </a:blip>
          <a:srcRect t="18301" r="28341" b="23071"/>
          <a:stretch/>
        </p:blipFill>
        <p:spPr>
          <a:xfrm>
            <a:off x="5488815" y="0"/>
            <a:ext cx="6703185" cy="6858000"/>
          </a:xfrm>
          <a:prstGeom prst="rect">
            <a:avLst/>
          </a:prstGeom>
        </p:spPr>
      </p:pic>
      <p:sp>
        <p:nvSpPr>
          <p:cNvPr id="2" name="Title 1">
            <a:extLst>
              <a:ext uri="{FF2B5EF4-FFF2-40B4-BE49-F238E27FC236}">
                <a16:creationId xmlns:a16="http://schemas.microsoft.com/office/drawing/2014/main" id="{3F0A9B92-C2D0-466A-A680-A35832C452B3}"/>
              </a:ext>
            </a:extLst>
          </p:cNvPr>
          <p:cNvSpPr>
            <a:spLocks noGrp="1"/>
          </p:cNvSpPr>
          <p:nvPr>
            <p:ph type="title" hasCustomPrompt="1"/>
          </p:nvPr>
        </p:nvSpPr>
        <p:spPr>
          <a:xfrm>
            <a:off x="1333499" y="1020445"/>
            <a:ext cx="3171825" cy="1325563"/>
          </a:xfrm>
        </p:spPr>
        <p:txBody>
          <a:bodyPr anchor="b">
            <a:normAutofit/>
          </a:bodyPr>
          <a:lstStyle>
            <a:lvl1pPr>
              <a:defRPr sz="2800" spc="150" baseline="0">
                <a:solidFill>
                  <a:schemeClr val="tx1">
                    <a:lumMod val="75000"/>
                    <a:lumOff val="25000"/>
                  </a:schemeClr>
                </a:solidFill>
              </a:defRPr>
            </a:lvl1pPr>
          </a:lstStyle>
          <a:p>
            <a:r>
              <a:rPr lang="en-US"/>
              <a:t>CLICK TO EDIT MASTER TITLE STYLE</a:t>
            </a:r>
          </a:p>
        </p:txBody>
      </p:sp>
      <p:sp>
        <p:nvSpPr>
          <p:cNvPr id="3" name="Content Placeholder 2">
            <a:extLst>
              <a:ext uri="{FF2B5EF4-FFF2-40B4-BE49-F238E27FC236}">
                <a16:creationId xmlns:a16="http://schemas.microsoft.com/office/drawing/2014/main" id="{2DA41CE6-5A88-4C5C-B2A4-6A5D2153B16F}"/>
              </a:ext>
            </a:extLst>
          </p:cNvPr>
          <p:cNvSpPr>
            <a:spLocks noGrp="1"/>
          </p:cNvSpPr>
          <p:nvPr>
            <p:ph idx="1"/>
          </p:nvPr>
        </p:nvSpPr>
        <p:spPr>
          <a:xfrm>
            <a:off x="1333499" y="2924175"/>
            <a:ext cx="3171825" cy="2519363"/>
          </a:xfrm>
        </p:spPr>
        <p:txBody>
          <a:bodyPr>
            <a:normAutofit/>
          </a:bodyPr>
          <a:lstStyle>
            <a:lvl1pPr marL="0" indent="0">
              <a:lnSpc>
                <a:spcPct val="120000"/>
              </a:lnSpc>
              <a:spcBef>
                <a:spcPts val="1000"/>
              </a:spcBef>
              <a:buNone/>
              <a:defRPr sz="1400">
                <a:solidFill>
                  <a:schemeClr val="tx1">
                    <a:lumMod val="75000"/>
                    <a:lumOff val="25000"/>
                  </a:schemeClr>
                </a:solidFill>
              </a:defRPr>
            </a:lvl1pPr>
            <a:lvl2pPr marL="457200" indent="0">
              <a:lnSpc>
                <a:spcPct val="120000"/>
              </a:lnSpc>
              <a:spcBef>
                <a:spcPts val="1000"/>
              </a:spcBef>
              <a:buNone/>
              <a:defRPr sz="1400">
                <a:solidFill>
                  <a:schemeClr val="tx1">
                    <a:lumMod val="75000"/>
                    <a:lumOff val="25000"/>
                  </a:schemeClr>
                </a:solidFill>
              </a:defRPr>
            </a:lvl2pPr>
            <a:lvl3pPr marL="914400" indent="0">
              <a:lnSpc>
                <a:spcPct val="120000"/>
              </a:lnSpc>
              <a:spcBef>
                <a:spcPts val="1000"/>
              </a:spcBef>
              <a:buNone/>
              <a:defRPr sz="1400">
                <a:solidFill>
                  <a:schemeClr val="tx1">
                    <a:lumMod val="75000"/>
                    <a:lumOff val="25000"/>
                  </a:schemeClr>
                </a:solidFill>
              </a:defRPr>
            </a:lvl3pPr>
            <a:lvl4pPr marL="1371600" indent="0">
              <a:lnSpc>
                <a:spcPct val="120000"/>
              </a:lnSpc>
              <a:spcBef>
                <a:spcPts val="1000"/>
              </a:spcBef>
              <a:buNone/>
              <a:defRPr sz="1400">
                <a:solidFill>
                  <a:schemeClr val="tx1">
                    <a:lumMod val="75000"/>
                    <a:lumOff val="25000"/>
                  </a:schemeClr>
                </a:solidFill>
              </a:defRPr>
            </a:lvl4pPr>
            <a:lvl5pPr marL="1828800" indent="0">
              <a:lnSpc>
                <a:spcPct val="120000"/>
              </a:lnSpc>
              <a:spcBef>
                <a:spcPts val="1000"/>
              </a:spcBef>
              <a:buNone/>
              <a:defRPr sz="140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39F5093-3C53-4152-B8FE-0522E0795269}"/>
              </a:ext>
            </a:extLst>
          </p:cNvPr>
          <p:cNvSpPr>
            <a:spLocks noGrp="1"/>
          </p:cNvSpPr>
          <p:nvPr>
            <p:ph type="dt" sz="half" idx="10"/>
          </p:nvPr>
        </p:nvSpPr>
        <p:spPr>
          <a:xfrm>
            <a:off x="1333500" y="6356350"/>
            <a:ext cx="985157" cy="365125"/>
          </a:xfrm>
        </p:spPr>
        <p:txBody>
          <a:bodyPr/>
          <a:lstStyle>
            <a:lvl1pPr>
              <a:defRPr sz="900"/>
            </a:lvl1pPr>
          </a:lstStyle>
          <a:p>
            <a:r>
              <a:rPr lang="en-US" dirty="0"/>
              <a:t>20XX</a:t>
            </a:r>
          </a:p>
        </p:txBody>
      </p:sp>
      <p:sp>
        <p:nvSpPr>
          <p:cNvPr id="5" name="Footer Placeholder 4">
            <a:extLst>
              <a:ext uri="{FF2B5EF4-FFF2-40B4-BE49-F238E27FC236}">
                <a16:creationId xmlns:a16="http://schemas.microsoft.com/office/drawing/2014/main" id="{7727F11D-8AF8-44D6-A48B-D8C7779B8B08}"/>
              </a:ext>
            </a:extLst>
          </p:cNvPr>
          <p:cNvSpPr>
            <a:spLocks noGrp="1"/>
          </p:cNvSpPr>
          <p:nvPr>
            <p:ph type="ftr" sz="quarter" idx="11"/>
          </p:nvPr>
        </p:nvSpPr>
        <p:spPr>
          <a:xfrm>
            <a:off x="2669886" y="6356349"/>
            <a:ext cx="2482842" cy="365125"/>
          </a:xfrm>
        </p:spPr>
        <p:txBody>
          <a:bodyPr/>
          <a:lstStyle>
            <a:lvl1pPr>
              <a:defRPr sz="900"/>
            </a:lvl1pPr>
          </a:lstStyle>
          <a:p>
            <a:r>
              <a:rPr lang="en-US" dirty="0"/>
              <a:t>Pitch Deck</a:t>
            </a:r>
          </a:p>
        </p:txBody>
      </p:sp>
      <p:sp>
        <p:nvSpPr>
          <p:cNvPr id="6" name="Slide Number Placeholder 5">
            <a:extLst>
              <a:ext uri="{FF2B5EF4-FFF2-40B4-BE49-F238E27FC236}">
                <a16:creationId xmlns:a16="http://schemas.microsoft.com/office/drawing/2014/main" id="{658C0879-6B0F-4AF6-A997-EC61DA8964AE}"/>
              </a:ext>
            </a:extLst>
          </p:cNvPr>
          <p:cNvSpPr>
            <a:spLocks noGrp="1"/>
          </p:cNvSpPr>
          <p:nvPr>
            <p:ph type="sldNum" sz="quarter" idx="12"/>
          </p:nvPr>
        </p:nvSpPr>
        <p:spPr>
          <a:xfrm>
            <a:off x="5536305" y="6356350"/>
            <a:ext cx="987552"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6312703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meline">
    <p:spTree>
      <p:nvGrpSpPr>
        <p:cNvPr id="1" name=""/>
        <p:cNvGrpSpPr/>
        <p:nvPr/>
      </p:nvGrpSpPr>
      <p:grpSpPr>
        <a:xfrm>
          <a:off x="0" y="0"/>
          <a:ext cx="0" cy="0"/>
          <a:chOff x="0" y="0"/>
          <a:chExt cx="0" cy="0"/>
        </a:xfrm>
      </p:grpSpPr>
      <p:sp>
        <p:nvSpPr>
          <p:cNvPr id="12" name="Graphic 10">
            <a:extLst>
              <a:ext uri="{FF2B5EF4-FFF2-40B4-BE49-F238E27FC236}">
                <a16:creationId xmlns:a16="http://schemas.microsoft.com/office/drawing/2014/main" id="{9D2AF524-D4B4-4A3A-9CE4-EDAFE1D5A37B}"/>
              </a:ext>
              <a:ext uri="{C183D7F6-B498-43B3-948B-1728B52AA6E4}">
                <adec:decorative xmlns:adec="http://schemas.microsoft.com/office/drawing/2017/decorative" val="1"/>
              </a:ext>
            </a:extLst>
          </p:cNvPr>
          <p:cNvSpPr/>
          <p:nvPr/>
        </p:nvSpPr>
        <p:spPr>
          <a:xfrm>
            <a:off x="2113884" y="0"/>
            <a:ext cx="10078116" cy="6858000"/>
          </a:xfrm>
          <a:custGeom>
            <a:avLst/>
            <a:gdLst>
              <a:gd name="connsiteX0" fmla="*/ 3793236 w 10078116"/>
              <a:gd name="connsiteY0" fmla="*/ 6858000 h 6858000"/>
              <a:gd name="connsiteX1" fmla="*/ 0 w 10078116"/>
              <a:gd name="connsiteY1" fmla="*/ 0 h 6858000"/>
              <a:gd name="connsiteX2" fmla="*/ 10078116 w 10078116"/>
              <a:gd name="connsiteY2" fmla="*/ 0 h 6858000"/>
              <a:gd name="connsiteX3" fmla="*/ 10078116 w 1007811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0078116" h="6858000">
                <a:moveTo>
                  <a:pt x="3793236" y="6858000"/>
                </a:moveTo>
                <a:lnTo>
                  <a:pt x="0" y="0"/>
                </a:lnTo>
                <a:lnTo>
                  <a:pt x="10078116" y="0"/>
                </a:lnTo>
                <a:lnTo>
                  <a:pt x="10078116" y="6858000"/>
                </a:lnTo>
                <a:close/>
              </a:path>
            </a:pathLst>
          </a:custGeom>
          <a:solidFill>
            <a:schemeClr val="accent1"/>
          </a:solidFill>
          <a:ln w="9525" cap="flat">
            <a:noFill/>
            <a:prstDash val="solid"/>
            <a:miter/>
          </a:ln>
        </p:spPr>
        <p:txBody>
          <a:bodyPr rtlCol="0" anchor="ctr"/>
          <a:lstStyle/>
          <a:p>
            <a:endParaRPr lang="en-US" dirty="0"/>
          </a:p>
        </p:txBody>
      </p:sp>
      <p:sp>
        <p:nvSpPr>
          <p:cNvPr id="2" name="Title 1">
            <a:extLst>
              <a:ext uri="{FF2B5EF4-FFF2-40B4-BE49-F238E27FC236}">
                <a16:creationId xmlns:a16="http://schemas.microsoft.com/office/drawing/2014/main" id="{6E3987A5-99A6-4B33-BAAF-53159635382E}"/>
              </a:ext>
            </a:extLst>
          </p:cNvPr>
          <p:cNvSpPr>
            <a:spLocks noGrp="1"/>
          </p:cNvSpPr>
          <p:nvPr>
            <p:ph type="title" hasCustomPrompt="1"/>
          </p:nvPr>
        </p:nvSpPr>
        <p:spPr>
          <a:xfrm>
            <a:off x="838200" y="5509419"/>
            <a:ext cx="4082142" cy="585788"/>
          </a:xfrm>
        </p:spPr>
        <p:txBody>
          <a:bodyPr>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TITLE</a:t>
            </a:r>
          </a:p>
        </p:txBody>
      </p:sp>
      <p:sp>
        <p:nvSpPr>
          <p:cNvPr id="16" name="Text Placeholder 15">
            <a:extLst>
              <a:ext uri="{FF2B5EF4-FFF2-40B4-BE49-F238E27FC236}">
                <a16:creationId xmlns:a16="http://schemas.microsoft.com/office/drawing/2014/main" id="{3BABF6CA-407C-4BF0-8234-1321A676E756}"/>
              </a:ext>
            </a:extLst>
          </p:cNvPr>
          <p:cNvSpPr>
            <a:spLocks noGrp="1"/>
          </p:cNvSpPr>
          <p:nvPr>
            <p:ph type="body" sz="quarter" idx="13" hasCustomPrompt="1"/>
          </p:nvPr>
        </p:nvSpPr>
        <p:spPr>
          <a:xfrm>
            <a:off x="148318" y="148113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dirty="0"/>
              <a:t>CLICK TO EDIT MASTER TEXT STYLES</a:t>
            </a:r>
          </a:p>
        </p:txBody>
      </p:sp>
      <p:sp>
        <p:nvSpPr>
          <p:cNvPr id="17" name="Text Placeholder 15">
            <a:extLst>
              <a:ext uri="{FF2B5EF4-FFF2-40B4-BE49-F238E27FC236}">
                <a16:creationId xmlns:a16="http://schemas.microsoft.com/office/drawing/2014/main" id="{76D8129B-5B68-421C-968C-3663C86EFC7C}"/>
              </a:ext>
            </a:extLst>
          </p:cNvPr>
          <p:cNvSpPr>
            <a:spLocks noGrp="1"/>
          </p:cNvSpPr>
          <p:nvPr>
            <p:ph type="body" sz="quarter" idx="14" hasCustomPrompt="1"/>
          </p:nvPr>
        </p:nvSpPr>
        <p:spPr>
          <a:xfrm>
            <a:off x="714375" y="2557463"/>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8" name="Text Placeholder 15">
            <a:extLst>
              <a:ext uri="{FF2B5EF4-FFF2-40B4-BE49-F238E27FC236}">
                <a16:creationId xmlns:a16="http://schemas.microsoft.com/office/drawing/2014/main" id="{6C741DCA-8EBD-44F5-9D38-E938A628ADCD}"/>
              </a:ext>
            </a:extLst>
          </p:cNvPr>
          <p:cNvSpPr>
            <a:spLocks noGrp="1"/>
          </p:cNvSpPr>
          <p:nvPr>
            <p:ph type="body" sz="quarter" idx="15" hasCustomPrompt="1"/>
          </p:nvPr>
        </p:nvSpPr>
        <p:spPr>
          <a:xfrm>
            <a:off x="1320800" y="3633788"/>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19" name="Text Placeholder 15">
            <a:extLst>
              <a:ext uri="{FF2B5EF4-FFF2-40B4-BE49-F238E27FC236}">
                <a16:creationId xmlns:a16="http://schemas.microsoft.com/office/drawing/2014/main" id="{5C43C6B1-A1BD-4A90-8B4B-F361C1BEDD26}"/>
              </a:ext>
            </a:extLst>
          </p:cNvPr>
          <p:cNvSpPr>
            <a:spLocks noGrp="1"/>
          </p:cNvSpPr>
          <p:nvPr>
            <p:ph type="body" sz="quarter" idx="16" hasCustomPrompt="1"/>
          </p:nvPr>
        </p:nvSpPr>
        <p:spPr>
          <a:xfrm>
            <a:off x="1905000" y="4710114"/>
            <a:ext cx="2141764" cy="514350"/>
          </a:xfrm>
        </p:spPr>
        <p:txBody>
          <a:bodyPr anchor="ctr">
            <a:noAutofit/>
          </a:bodyPr>
          <a:lstStyle>
            <a:lvl1pPr marL="0" indent="0" algn="r">
              <a:buNone/>
              <a:defRPr sz="1600" cap="all" spc="150" baseline="0">
                <a:solidFill>
                  <a:schemeClr val="tx1">
                    <a:lumMod val="75000"/>
                    <a:lumOff val="25000"/>
                  </a:schemeClr>
                </a:solidFill>
              </a:defRPr>
            </a:lvl1pPr>
          </a:lstStyle>
          <a:p>
            <a:pPr lvl="0"/>
            <a:r>
              <a:rPr lang="en-US"/>
              <a:t>CLICK TO EDIT MASTER TEXT STYLES</a:t>
            </a:r>
          </a:p>
        </p:txBody>
      </p:sp>
      <p:sp>
        <p:nvSpPr>
          <p:cNvPr id="34" name="Text Placeholder 15">
            <a:extLst>
              <a:ext uri="{FF2B5EF4-FFF2-40B4-BE49-F238E27FC236}">
                <a16:creationId xmlns:a16="http://schemas.microsoft.com/office/drawing/2014/main" id="{0C66E1BD-33F0-4B94-BF94-CD4698F85C3D}"/>
              </a:ext>
            </a:extLst>
          </p:cNvPr>
          <p:cNvSpPr>
            <a:spLocks noGrp="1"/>
          </p:cNvSpPr>
          <p:nvPr>
            <p:ph type="body" sz="quarter" idx="17" hasCustomPrompt="1"/>
          </p:nvPr>
        </p:nvSpPr>
        <p:spPr>
          <a:xfrm>
            <a:off x="4401535" y="1594478"/>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5" name="Text Placeholder 15">
            <a:extLst>
              <a:ext uri="{FF2B5EF4-FFF2-40B4-BE49-F238E27FC236}">
                <a16:creationId xmlns:a16="http://schemas.microsoft.com/office/drawing/2014/main" id="{2D4661B1-6559-407A-9AEC-A46A0570AE8F}"/>
              </a:ext>
            </a:extLst>
          </p:cNvPr>
          <p:cNvSpPr>
            <a:spLocks noGrp="1"/>
          </p:cNvSpPr>
          <p:nvPr>
            <p:ph type="body" sz="quarter" idx="18" hasCustomPrompt="1"/>
          </p:nvPr>
        </p:nvSpPr>
        <p:spPr>
          <a:xfrm>
            <a:off x="4986028" y="268256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6" name="Text Placeholder 15">
            <a:extLst>
              <a:ext uri="{FF2B5EF4-FFF2-40B4-BE49-F238E27FC236}">
                <a16:creationId xmlns:a16="http://schemas.microsoft.com/office/drawing/2014/main" id="{DCC983F7-6A25-42C0-811C-EA32138C5B80}"/>
              </a:ext>
            </a:extLst>
          </p:cNvPr>
          <p:cNvSpPr>
            <a:spLocks noGrp="1"/>
          </p:cNvSpPr>
          <p:nvPr>
            <p:ph type="body" sz="quarter" idx="19" hasCustomPrompt="1"/>
          </p:nvPr>
        </p:nvSpPr>
        <p:spPr>
          <a:xfrm>
            <a:off x="5576937" y="3755394"/>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sp>
        <p:nvSpPr>
          <p:cNvPr id="37" name="Text Placeholder 15">
            <a:extLst>
              <a:ext uri="{FF2B5EF4-FFF2-40B4-BE49-F238E27FC236}">
                <a16:creationId xmlns:a16="http://schemas.microsoft.com/office/drawing/2014/main" id="{E83DA0EB-27DD-416A-8DA5-4AFDC8587E5C}"/>
              </a:ext>
            </a:extLst>
          </p:cNvPr>
          <p:cNvSpPr>
            <a:spLocks noGrp="1"/>
          </p:cNvSpPr>
          <p:nvPr>
            <p:ph type="body" sz="quarter" idx="20" hasCustomPrompt="1"/>
          </p:nvPr>
        </p:nvSpPr>
        <p:spPr>
          <a:xfrm>
            <a:off x="6175279" y="4824430"/>
            <a:ext cx="5539095" cy="1010842"/>
          </a:xfrm>
        </p:spPr>
        <p:txBody>
          <a:bodyPr anchor="t">
            <a:normAutofit/>
          </a:bodyPr>
          <a:lstStyle>
            <a:lvl1pPr marL="0" indent="0" algn="l">
              <a:lnSpc>
                <a:spcPct val="100000"/>
              </a:lnSpc>
              <a:buNone/>
              <a:defRPr sz="1400" spc="50" baseline="0">
                <a:solidFill>
                  <a:schemeClr val="tx1">
                    <a:lumMod val="75000"/>
                    <a:lumOff val="25000"/>
                  </a:schemeClr>
                </a:solidFill>
              </a:defRPr>
            </a:lvl1pPr>
          </a:lstStyle>
          <a:p>
            <a:pPr lvl="0"/>
            <a:r>
              <a:rPr lang="en-US"/>
              <a:t>Click to edit master text style</a:t>
            </a:r>
          </a:p>
        </p:txBody>
      </p:sp>
      <p:cxnSp>
        <p:nvCxnSpPr>
          <p:cNvPr id="3" name="Straight Connector 2">
            <a:extLst>
              <a:ext uri="{FF2B5EF4-FFF2-40B4-BE49-F238E27FC236}">
                <a16:creationId xmlns:a16="http://schemas.microsoft.com/office/drawing/2014/main" id="{D3795F91-C721-4363-956D-756673AE7957}"/>
              </a:ext>
              <a:ext uri="{C183D7F6-B498-43B3-948B-1728B52AA6E4}">
                <adec:decorative xmlns:adec="http://schemas.microsoft.com/office/drawing/2017/decorative" val="1"/>
              </a:ext>
            </a:extLst>
          </p:cNvPr>
          <p:cNvCxnSpPr>
            <a:cxnSpLocks/>
          </p:cNvCxnSpPr>
          <p:nvPr/>
        </p:nvCxnSpPr>
        <p:spPr>
          <a:xfrm>
            <a:off x="4353515" y="502393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4" name="Straight Connector 3">
            <a:extLst>
              <a:ext uri="{FF2B5EF4-FFF2-40B4-BE49-F238E27FC236}">
                <a16:creationId xmlns:a16="http://schemas.microsoft.com/office/drawing/2014/main" id="{8AC14461-E27D-413D-B31A-47B74646AF25}"/>
              </a:ext>
              <a:ext uri="{C183D7F6-B498-43B3-948B-1728B52AA6E4}">
                <adec:decorative xmlns:adec="http://schemas.microsoft.com/office/drawing/2017/decorative" val="1"/>
              </a:ext>
            </a:extLst>
          </p:cNvPr>
          <p:cNvCxnSpPr>
            <a:cxnSpLocks/>
          </p:cNvCxnSpPr>
          <p:nvPr/>
        </p:nvCxnSpPr>
        <p:spPr>
          <a:xfrm>
            <a:off x="3759917" y="3948451"/>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8" name="Straight Connector 7">
            <a:extLst>
              <a:ext uri="{FF2B5EF4-FFF2-40B4-BE49-F238E27FC236}">
                <a16:creationId xmlns:a16="http://schemas.microsoft.com/office/drawing/2014/main" id="{4D6AEA4C-7710-4829-BA87-8DD77F15932C}"/>
              </a:ext>
              <a:ext uri="{C183D7F6-B498-43B3-948B-1728B52AA6E4}">
                <adec:decorative xmlns:adec="http://schemas.microsoft.com/office/drawing/2017/decorative" val="1"/>
              </a:ext>
            </a:extLst>
          </p:cNvPr>
          <p:cNvCxnSpPr>
            <a:cxnSpLocks/>
          </p:cNvCxnSpPr>
          <p:nvPr/>
        </p:nvCxnSpPr>
        <p:spPr>
          <a:xfrm>
            <a:off x="3173453" y="2872686"/>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cxnSp>
        <p:nvCxnSpPr>
          <p:cNvPr id="9" name="Straight Connector 8">
            <a:extLst>
              <a:ext uri="{FF2B5EF4-FFF2-40B4-BE49-F238E27FC236}">
                <a16:creationId xmlns:a16="http://schemas.microsoft.com/office/drawing/2014/main" id="{E9BD473E-6203-491C-87AC-54AC0AB23333}"/>
              </a:ext>
              <a:ext uri="{C183D7F6-B498-43B3-948B-1728B52AA6E4}">
                <adec:decorative xmlns:adec="http://schemas.microsoft.com/office/drawing/2017/decorative" val="1"/>
              </a:ext>
            </a:extLst>
          </p:cNvPr>
          <p:cNvCxnSpPr>
            <a:cxnSpLocks/>
          </p:cNvCxnSpPr>
          <p:nvPr/>
        </p:nvCxnSpPr>
        <p:spPr>
          <a:xfrm>
            <a:off x="2586263" y="1796083"/>
            <a:ext cx="1513211" cy="0"/>
          </a:xfrm>
          <a:prstGeom prst="line">
            <a:avLst/>
          </a:prstGeom>
          <a:ln w="6350">
            <a:solidFill>
              <a:schemeClr val="accent1">
                <a:lumMod val="75000"/>
              </a:schemeClr>
            </a:solidFill>
          </a:ln>
        </p:spPr>
        <p:style>
          <a:lnRef idx="1">
            <a:schemeClr val="accent5"/>
          </a:lnRef>
          <a:fillRef idx="0">
            <a:schemeClr val="accent5"/>
          </a:fillRef>
          <a:effectRef idx="0">
            <a:schemeClr val="accent5"/>
          </a:effectRef>
          <a:fontRef idx="minor">
            <a:schemeClr val="tx1"/>
          </a:fontRef>
        </p:style>
      </p:cxnSp>
      <p:sp>
        <p:nvSpPr>
          <p:cNvPr id="5" name="Date Placeholder 4">
            <a:extLst>
              <a:ext uri="{FF2B5EF4-FFF2-40B4-BE49-F238E27FC236}">
                <a16:creationId xmlns:a16="http://schemas.microsoft.com/office/drawing/2014/main" id="{874DC36F-5D3E-439D-80B5-32633FC34434}"/>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6" name="Footer Placeholder 5">
            <a:extLst>
              <a:ext uri="{FF2B5EF4-FFF2-40B4-BE49-F238E27FC236}">
                <a16:creationId xmlns:a16="http://schemas.microsoft.com/office/drawing/2014/main" id="{6C710A8A-CEC9-4787-A745-C28DD965F7DD}"/>
              </a:ext>
            </a:extLst>
          </p:cNvPr>
          <p:cNvSpPr>
            <a:spLocks noGrp="1"/>
          </p:cNvSpPr>
          <p:nvPr>
            <p:ph type="ftr" sz="quarter" idx="11"/>
          </p:nvPr>
        </p:nvSpPr>
        <p:spPr>
          <a:xfrm>
            <a:off x="6155823" y="6356350"/>
            <a:ext cx="1808712" cy="365125"/>
          </a:xfrm>
        </p:spPr>
        <p:txBody>
          <a:bodyPr/>
          <a:lstStyle>
            <a:lvl1pPr algn="l">
              <a:defRPr sz="900"/>
            </a:lvl1pPr>
          </a:lstStyle>
          <a:p>
            <a:r>
              <a:rPr lang="en-US" dirty="0"/>
              <a:t>Pitch Deck</a:t>
            </a:r>
          </a:p>
        </p:txBody>
      </p:sp>
      <p:sp>
        <p:nvSpPr>
          <p:cNvPr id="7" name="Slide Number Placeholder 6">
            <a:extLst>
              <a:ext uri="{FF2B5EF4-FFF2-40B4-BE49-F238E27FC236}">
                <a16:creationId xmlns:a16="http://schemas.microsoft.com/office/drawing/2014/main" id="{4162BD04-8F01-472A-9456-4702A2218BB5}"/>
              </a:ext>
            </a:extLst>
          </p:cNvPr>
          <p:cNvSpPr>
            <a:spLocks noGrp="1"/>
          </p:cNvSpPr>
          <p:nvPr>
            <p:ph type="sldNum" sz="quarter" idx="12"/>
          </p:nvPr>
        </p:nvSpPr>
        <p:spPr>
          <a:xfrm>
            <a:off x="10810874" y="6356350"/>
            <a:ext cx="542925"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30528123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3 Column">
    <p:bg>
      <p:bgPr>
        <a:solidFill>
          <a:schemeClr val="accent2"/>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1485900"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1485664"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1" name="Text Placeholder 15">
            <a:extLst>
              <a:ext uri="{FF2B5EF4-FFF2-40B4-BE49-F238E27FC236}">
                <a16:creationId xmlns:a16="http://schemas.microsoft.com/office/drawing/2014/main" id="{87DD41A9-B6B3-48D9-A3A6-831B39C9158C}"/>
              </a:ext>
            </a:extLst>
          </p:cNvPr>
          <p:cNvSpPr>
            <a:spLocks noGrp="1"/>
          </p:cNvSpPr>
          <p:nvPr>
            <p:ph type="body" sz="quarter" idx="16" hasCustomPrompt="1"/>
          </p:nvPr>
        </p:nvSpPr>
        <p:spPr>
          <a:xfrm>
            <a:off x="6673004" y="2563123"/>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2" name="Text Placeholder 18">
            <a:extLst>
              <a:ext uri="{FF2B5EF4-FFF2-40B4-BE49-F238E27FC236}">
                <a16:creationId xmlns:a16="http://schemas.microsoft.com/office/drawing/2014/main" id="{FB791E68-EDF5-4CC2-8774-A27AEF1D25E6}"/>
              </a:ext>
            </a:extLst>
          </p:cNvPr>
          <p:cNvSpPr>
            <a:spLocks noGrp="1"/>
          </p:cNvSpPr>
          <p:nvPr>
            <p:ph type="body" sz="quarter" idx="17" hasCustomPrompt="1"/>
          </p:nvPr>
        </p:nvSpPr>
        <p:spPr>
          <a:xfrm>
            <a:off x="6673143" y="3070348"/>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3" name="Text Placeholder 15">
            <a:extLst>
              <a:ext uri="{FF2B5EF4-FFF2-40B4-BE49-F238E27FC236}">
                <a16:creationId xmlns:a16="http://schemas.microsoft.com/office/drawing/2014/main" id="{AA224F82-7E0C-4EBF-97D3-132481DBCDA9}"/>
              </a:ext>
            </a:extLst>
          </p:cNvPr>
          <p:cNvSpPr>
            <a:spLocks noGrp="1"/>
          </p:cNvSpPr>
          <p:nvPr>
            <p:ph type="body" sz="quarter" idx="18" hasCustomPrompt="1"/>
          </p:nvPr>
        </p:nvSpPr>
        <p:spPr>
          <a:xfrm>
            <a:off x="1485899"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34" name="Text Placeholder 18">
            <a:extLst>
              <a:ext uri="{FF2B5EF4-FFF2-40B4-BE49-F238E27FC236}">
                <a16:creationId xmlns:a16="http://schemas.microsoft.com/office/drawing/2014/main" id="{699D24C6-4AFB-4222-8E0C-4D11CD9C0FF7}"/>
              </a:ext>
            </a:extLst>
          </p:cNvPr>
          <p:cNvSpPr>
            <a:spLocks noGrp="1"/>
          </p:cNvSpPr>
          <p:nvPr>
            <p:ph type="body" sz="quarter" idx="19" hasCustomPrompt="1"/>
          </p:nvPr>
        </p:nvSpPr>
        <p:spPr>
          <a:xfrm>
            <a:off x="1486412"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2" name="Text Placeholder 15">
            <a:extLst>
              <a:ext uri="{FF2B5EF4-FFF2-40B4-BE49-F238E27FC236}">
                <a16:creationId xmlns:a16="http://schemas.microsoft.com/office/drawing/2014/main" id="{3B05E19C-DF33-4515-AC52-F95850810EC1}"/>
              </a:ext>
            </a:extLst>
          </p:cNvPr>
          <p:cNvSpPr>
            <a:spLocks noGrp="1"/>
          </p:cNvSpPr>
          <p:nvPr>
            <p:ph type="body" sz="quarter" idx="23" hasCustomPrompt="1"/>
          </p:nvPr>
        </p:nvSpPr>
        <p:spPr>
          <a:xfrm>
            <a:off x="6672630" y="4319431"/>
            <a:ext cx="4031945" cy="365125"/>
          </a:xfrm>
        </p:spPr>
        <p:txBody>
          <a:bodyPr>
            <a:normAutofit/>
          </a:bodyPr>
          <a:lstStyle>
            <a:lvl1pPr marL="0" indent="0" algn="ctr">
              <a:buNone/>
              <a:defRPr lang="en-US" sz="2000" kern="1200" spc="150" baseline="0" dirty="0">
                <a:solidFill>
                  <a:schemeClr val="tx1">
                    <a:lumMod val="75000"/>
                    <a:lumOff val="25000"/>
                  </a:schemeClr>
                </a:solidFill>
                <a:latin typeface="+mj-lt"/>
                <a:ea typeface="+mj-ea"/>
                <a:cs typeface="+mj-cs"/>
              </a:defRPr>
            </a:lvl1pPr>
          </a:lstStyle>
          <a:p>
            <a:pPr marL="0" lvl="0" indent="0" algn="l" defTabSz="914400" rtl="0" eaLnBrk="1" latinLnBrk="0" hangingPunct="1">
              <a:lnSpc>
                <a:spcPct val="90000"/>
              </a:lnSpc>
              <a:spcBef>
                <a:spcPts val="1000"/>
              </a:spcBef>
              <a:buFont typeface="Arial" panose="020B0604020202020204" pitchFamily="34" charset="0"/>
              <a:buNone/>
            </a:pPr>
            <a:r>
              <a:rPr lang="en-US"/>
              <a:t>CLICK TO ADD SUBTITLE</a:t>
            </a:r>
          </a:p>
        </p:txBody>
      </p:sp>
      <p:sp>
        <p:nvSpPr>
          <p:cNvPr id="13" name="Text Placeholder 18">
            <a:extLst>
              <a:ext uri="{FF2B5EF4-FFF2-40B4-BE49-F238E27FC236}">
                <a16:creationId xmlns:a16="http://schemas.microsoft.com/office/drawing/2014/main" id="{C0EBC62D-442C-45D3-B66B-C6578FBB3370}"/>
              </a:ext>
            </a:extLst>
          </p:cNvPr>
          <p:cNvSpPr>
            <a:spLocks noGrp="1"/>
          </p:cNvSpPr>
          <p:nvPr>
            <p:ph type="body" sz="quarter" idx="24" hasCustomPrompt="1"/>
          </p:nvPr>
        </p:nvSpPr>
        <p:spPr>
          <a:xfrm>
            <a:off x="6673143" y="4826656"/>
            <a:ext cx="4031030" cy="1057308"/>
          </a:xfrm>
        </p:spPr>
        <p:txBody>
          <a:bodyPr>
            <a:normAutofit/>
          </a:bodyPr>
          <a:lstStyle>
            <a:lvl1pPr marL="0" indent="0" algn="ctr">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p:txBody>
          <a:body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p:txBody>
          <a:body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p:txBody>
          <a:bodyPr/>
          <a:lstStyle/>
          <a:p>
            <a:fld id="{B5CEABB6-07DC-46E8-9B57-56EC44A396E5}" type="slidenum">
              <a:rPr lang="en-US" smtClean="0"/>
              <a:t>‹#›</a:t>
            </a:fld>
            <a:endParaRPr lang="en-US" dirty="0"/>
          </a:p>
        </p:txBody>
      </p:sp>
      <p:cxnSp>
        <p:nvCxnSpPr>
          <p:cNvPr id="2" name="Straight Connector 1">
            <a:extLst>
              <a:ext uri="{FF2B5EF4-FFF2-40B4-BE49-F238E27FC236}">
                <a16:creationId xmlns:a16="http://schemas.microsoft.com/office/drawing/2014/main" id="{9298DCF7-7DC1-4618-8133-F63847B0AFE2}"/>
              </a:ext>
              <a:ext uri="{C183D7F6-B498-43B3-948B-1728B52AA6E4}">
                <adec:decorative xmlns:adec="http://schemas.microsoft.com/office/drawing/2017/decorative" val="1"/>
              </a:ext>
            </a:extLst>
          </p:cNvPr>
          <p:cNvCxnSpPr>
            <a:cxnSpLocks/>
          </p:cNvCxnSpPr>
          <p:nvPr userDrawn="1"/>
        </p:nvCxnSpPr>
        <p:spPr>
          <a:xfrm>
            <a:off x="8688388" y="0"/>
            <a:ext cx="3503612" cy="2352957"/>
          </a:xfrm>
          <a:prstGeom prst="line">
            <a:avLst/>
          </a:prstGeom>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653A6567-233D-4A3B-B52B-DE7E5E35A175}"/>
              </a:ext>
              <a:ext uri="{C183D7F6-B498-43B3-948B-1728B52AA6E4}">
                <adec:decorative xmlns:adec="http://schemas.microsoft.com/office/drawing/2017/decorative" val="1"/>
              </a:ext>
            </a:extLst>
          </p:cNvPr>
          <p:cNvCxnSpPr>
            <a:cxnSpLocks/>
          </p:cNvCxnSpPr>
          <p:nvPr userDrawn="1"/>
        </p:nvCxnSpPr>
        <p:spPr>
          <a:xfrm>
            <a:off x="9720943" y="0"/>
            <a:ext cx="2471057" cy="2699032"/>
          </a:xfrm>
          <a:prstGeom prst="line">
            <a:avLst/>
          </a:prstGeom>
        </p:spPr>
        <p:style>
          <a:lnRef idx="1">
            <a:schemeClr val="accent1"/>
          </a:lnRef>
          <a:fillRef idx="0">
            <a:schemeClr val="accent1"/>
          </a:fillRef>
          <a:effectRef idx="0">
            <a:schemeClr val="accent1"/>
          </a:effectRef>
          <a:fontRef idx="minor">
            <a:schemeClr val="tx1"/>
          </a:fontRef>
        </p:style>
      </p:cxnSp>
      <p:pic>
        <p:nvPicPr>
          <p:cNvPr id="7" name="Graphic 6">
            <a:extLst>
              <a:ext uri="{FF2B5EF4-FFF2-40B4-BE49-F238E27FC236}">
                <a16:creationId xmlns:a16="http://schemas.microsoft.com/office/drawing/2014/main" id="{64D564EB-CA78-42C6-AD76-3C4E7B3AEA8D}"/>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8" name="Graphic 7">
            <a:extLst>
              <a:ext uri="{FF2B5EF4-FFF2-40B4-BE49-F238E27FC236}">
                <a16:creationId xmlns:a16="http://schemas.microsoft.com/office/drawing/2014/main" id="{1CFFBB3A-BDCF-4878-8D04-E8BB9A050E71}"/>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2501487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ntent 2 Column">
    <p:bg>
      <p:bgPr>
        <a:solidFill>
          <a:schemeClr val="bg1"/>
        </a:solidFill>
        <a:effectLst/>
      </p:bgPr>
    </p:bg>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42ACEF30-0520-40B3-A1F1-F3D2530563D6}"/>
              </a:ext>
            </a:extLst>
          </p:cNvPr>
          <p:cNvSpPr>
            <a:spLocks noGrp="1"/>
          </p:cNvSpPr>
          <p:nvPr>
            <p:ph type="title" hasCustomPrompt="1"/>
          </p:nvPr>
        </p:nvSpPr>
        <p:spPr>
          <a:xfrm>
            <a:off x="1508760" y="4156405"/>
            <a:ext cx="3139440" cy="1325563"/>
          </a:xfrm>
        </p:spPr>
        <p:txBody>
          <a:bodyPr anchor="b">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5">
            <a:extLst>
              <a:ext uri="{FF2B5EF4-FFF2-40B4-BE49-F238E27FC236}">
                <a16:creationId xmlns:a16="http://schemas.microsoft.com/office/drawing/2014/main" id="{A1FB681F-A94D-4BF8-8290-0811E98D49D4}"/>
              </a:ext>
            </a:extLst>
          </p:cNvPr>
          <p:cNvSpPr>
            <a:spLocks noGrp="1"/>
          </p:cNvSpPr>
          <p:nvPr>
            <p:ph type="body" sz="quarter" idx="13" hasCustomPrompt="1"/>
          </p:nvPr>
        </p:nvSpPr>
        <p:spPr>
          <a:xfrm>
            <a:off x="5922254" y="1530635"/>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7" name="Text Placeholder 18">
            <a:extLst>
              <a:ext uri="{FF2B5EF4-FFF2-40B4-BE49-F238E27FC236}">
                <a16:creationId xmlns:a16="http://schemas.microsoft.com/office/drawing/2014/main" id="{61E8C129-EF62-46A8-97F3-3CB5D014FBDD}"/>
              </a:ext>
            </a:extLst>
          </p:cNvPr>
          <p:cNvSpPr>
            <a:spLocks noGrp="1"/>
          </p:cNvSpPr>
          <p:nvPr>
            <p:ph type="body" sz="quarter" idx="15" hasCustomPrompt="1"/>
          </p:nvPr>
        </p:nvSpPr>
        <p:spPr>
          <a:xfrm>
            <a:off x="5921828" y="186006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6" name="Text Placeholder 15">
            <a:extLst>
              <a:ext uri="{FF2B5EF4-FFF2-40B4-BE49-F238E27FC236}">
                <a16:creationId xmlns:a16="http://schemas.microsoft.com/office/drawing/2014/main" id="{07D6A00C-D56B-4E8B-B992-7DA51D3C7261}"/>
              </a:ext>
            </a:extLst>
          </p:cNvPr>
          <p:cNvSpPr>
            <a:spLocks noGrp="1"/>
          </p:cNvSpPr>
          <p:nvPr>
            <p:ph type="body" sz="quarter" idx="23" hasCustomPrompt="1"/>
          </p:nvPr>
        </p:nvSpPr>
        <p:spPr>
          <a:xfrm>
            <a:off x="5922254" y="2630431"/>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8" name="Text Placeholder 18">
            <a:extLst>
              <a:ext uri="{FF2B5EF4-FFF2-40B4-BE49-F238E27FC236}">
                <a16:creationId xmlns:a16="http://schemas.microsoft.com/office/drawing/2014/main" id="{DA90DA32-7E6A-4713-BDC9-73910E2A0E68}"/>
              </a:ext>
            </a:extLst>
          </p:cNvPr>
          <p:cNvSpPr>
            <a:spLocks noGrp="1"/>
          </p:cNvSpPr>
          <p:nvPr>
            <p:ph type="body" sz="quarter" idx="24" hasCustomPrompt="1"/>
          </p:nvPr>
        </p:nvSpPr>
        <p:spPr>
          <a:xfrm>
            <a:off x="5921828" y="295985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9" name="Text Placeholder 15">
            <a:extLst>
              <a:ext uri="{FF2B5EF4-FFF2-40B4-BE49-F238E27FC236}">
                <a16:creationId xmlns:a16="http://schemas.microsoft.com/office/drawing/2014/main" id="{D7E57261-C874-4DFD-AF7D-F9EC50B3BFD0}"/>
              </a:ext>
            </a:extLst>
          </p:cNvPr>
          <p:cNvSpPr>
            <a:spLocks noGrp="1"/>
          </p:cNvSpPr>
          <p:nvPr>
            <p:ph type="body" sz="quarter" idx="25" hasCustomPrompt="1"/>
          </p:nvPr>
        </p:nvSpPr>
        <p:spPr>
          <a:xfrm>
            <a:off x="5922254" y="3730227"/>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0" name="Text Placeholder 18">
            <a:extLst>
              <a:ext uri="{FF2B5EF4-FFF2-40B4-BE49-F238E27FC236}">
                <a16:creationId xmlns:a16="http://schemas.microsoft.com/office/drawing/2014/main" id="{843F77CE-098F-4777-8C30-5CEE7954D140}"/>
              </a:ext>
            </a:extLst>
          </p:cNvPr>
          <p:cNvSpPr>
            <a:spLocks noGrp="1"/>
          </p:cNvSpPr>
          <p:nvPr>
            <p:ph type="body" sz="quarter" idx="26" hasCustomPrompt="1"/>
          </p:nvPr>
        </p:nvSpPr>
        <p:spPr>
          <a:xfrm>
            <a:off x="5921828" y="405965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3" name="Text Placeholder 15">
            <a:extLst>
              <a:ext uri="{FF2B5EF4-FFF2-40B4-BE49-F238E27FC236}">
                <a16:creationId xmlns:a16="http://schemas.microsoft.com/office/drawing/2014/main" id="{4CAE269A-B6AB-42A6-9575-6057FA25A29E}"/>
              </a:ext>
            </a:extLst>
          </p:cNvPr>
          <p:cNvSpPr>
            <a:spLocks noGrp="1"/>
          </p:cNvSpPr>
          <p:nvPr>
            <p:ph type="body" sz="quarter" idx="27" hasCustomPrompt="1"/>
          </p:nvPr>
        </p:nvSpPr>
        <p:spPr>
          <a:xfrm>
            <a:off x="5920106" y="4830024"/>
            <a:ext cx="5433204" cy="365125"/>
          </a:xfrm>
        </p:spPr>
        <p:txBody>
          <a:bodyPr>
            <a:normAutofit/>
          </a:bodyPr>
          <a:lstStyle>
            <a:lvl1pPr marL="0" indent="0">
              <a:buNone/>
              <a:defRPr lang="en-US" sz="2000" kern="1200"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4" name="Text Placeholder 18">
            <a:extLst>
              <a:ext uri="{FF2B5EF4-FFF2-40B4-BE49-F238E27FC236}">
                <a16:creationId xmlns:a16="http://schemas.microsoft.com/office/drawing/2014/main" id="{46866A49-A3A8-4869-961C-EB41F6BC7843}"/>
              </a:ext>
            </a:extLst>
          </p:cNvPr>
          <p:cNvSpPr>
            <a:spLocks noGrp="1"/>
          </p:cNvSpPr>
          <p:nvPr>
            <p:ph type="body" sz="quarter" idx="28" hasCustomPrompt="1"/>
          </p:nvPr>
        </p:nvSpPr>
        <p:spPr>
          <a:xfrm>
            <a:off x="5919680" y="5159449"/>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3" name="Date Placeholder 2">
            <a:extLst>
              <a:ext uri="{FF2B5EF4-FFF2-40B4-BE49-F238E27FC236}">
                <a16:creationId xmlns:a16="http://schemas.microsoft.com/office/drawing/2014/main" id="{98EC90C5-A811-4E5C-ADD1-A89DB4E94DAA}"/>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3356B621-AE19-45D3-B25F-23256C242DDD}"/>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158BDCB2-D8C3-4571-8154-76BEA9AE41A8}"/>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pic>
        <p:nvPicPr>
          <p:cNvPr id="2" name="Graphic 1">
            <a:extLst>
              <a:ext uri="{FF2B5EF4-FFF2-40B4-BE49-F238E27FC236}">
                <a16:creationId xmlns:a16="http://schemas.microsoft.com/office/drawing/2014/main" id="{6D8D9106-8780-461D-9091-E074B0A3C956}"/>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l="39434" t="20278" b="22673"/>
          <a:stretch/>
        </p:blipFill>
        <p:spPr>
          <a:xfrm>
            <a:off x="-4696" y="-1"/>
            <a:ext cx="4896735" cy="4385949"/>
          </a:xfrm>
          <a:prstGeom prst="rect">
            <a:avLst/>
          </a:prstGeom>
        </p:spPr>
      </p:pic>
    </p:spTree>
    <p:extLst>
      <p:ext uri="{BB962C8B-B14F-4D97-AF65-F5344CB8AC3E}">
        <p14:creationId xmlns:p14="http://schemas.microsoft.com/office/powerpoint/2010/main" val="30619504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Introduction">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1362075" y="1671639"/>
            <a:ext cx="5111750" cy="1204912"/>
          </a:xfrm>
        </p:spPr>
        <p:txBody>
          <a:bodyPr anchor="b">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1362075" y="3660774"/>
            <a:ext cx="5111750" cy="1525588"/>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14" name="Straight Connector 13">
            <a:extLst>
              <a:ext uri="{FF2B5EF4-FFF2-40B4-BE49-F238E27FC236}">
                <a16:creationId xmlns:a16="http://schemas.microsoft.com/office/drawing/2014/main" id="{49FBD260-5143-4B12-B9F8-33E48D548909}"/>
              </a:ext>
            </a:extLst>
          </p:cNvPr>
          <p:cNvCxnSpPr/>
          <p:nvPr/>
        </p:nvCxnSpPr>
        <p:spPr>
          <a:xfrm>
            <a:off x="9096375" y="1497012"/>
            <a:ext cx="3095625"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87F08D6-2CA7-4A5A-BE34-07113DCA535D}"/>
              </a:ext>
            </a:extLst>
          </p:cNvPr>
          <p:cNvCxnSpPr/>
          <p:nvPr/>
        </p:nvCxnSpPr>
        <p:spPr>
          <a:xfrm flipH="1">
            <a:off x="6953250" y="-25401"/>
            <a:ext cx="3790950" cy="6902451"/>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9" name="Date Placeholder 6">
            <a:extLst>
              <a:ext uri="{FF2B5EF4-FFF2-40B4-BE49-F238E27FC236}">
                <a16:creationId xmlns:a16="http://schemas.microsoft.com/office/drawing/2014/main" id="{70146B66-4F07-44BE-8AAB-48EA5170DA81}"/>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3A927BE5-2F4C-4EBD-9093-C4ED6E3025B1}"/>
              </a:ext>
            </a:extLst>
          </p:cNvPr>
          <p:cNvSpPr>
            <a:spLocks noGrp="1"/>
          </p:cNvSpPr>
          <p:nvPr>
            <p:ph type="ftr" sz="quarter" idx="11"/>
          </p:nvPr>
        </p:nvSpPr>
        <p:spPr>
          <a:xfrm>
            <a:off x="5224463" y="6356350"/>
            <a:ext cx="1743075"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C4C1336B-CF5E-42FF-80E8-7D33A2D64E17}"/>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293278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ection Break">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6991350" y="2571235"/>
            <a:ext cx="4179570" cy="1715531"/>
          </a:xfrm>
        </p:spPr>
        <p:txBody>
          <a:bodyPr anchor="ctr">
            <a:noAutofit/>
          </a:bodyPr>
          <a:lstStyle>
            <a:lvl1pPr algn="l">
              <a:defRPr sz="3600" spc="150" baseline="0">
                <a:solidFill>
                  <a:schemeClr val="tx1">
                    <a:lumMod val="75000"/>
                    <a:lumOff val="25000"/>
                  </a:schemeClr>
                </a:solidFill>
              </a:defRPr>
            </a:lvl1pPr>
          </a:lstStyle>
          <a:p>
            <a:r>
              <a:rPr lang="en-US"/>
              <a:t>CLICK TO EDIT MASTER TITLE STYLE</a:t>
            </a:r>
          </a:p>
        </p:txBody>
      </p:sp>
      <p:pic>
        <p:nvPicPr>
          <p:cNvPr id="5" name="Graphic 4">
            <a:extLst>
              <a:ext uri="{FF2B5EF4-FFF2-40B4-BE49-F238E27FC236}">
                <a16:creationId xmlns:a16="http://schemas.microsoft.com/office/drawing/2014/main" id="{F05D2CCB-CCFC-4A8A-ADA9-C1E4D13B968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828675"/>
            <a:ext cx="5876925" cy="5200650"/>
          </a:xfrm>
          <a:prstGeom prst="rect">
            <a:avLst/>
          </a:prstGeom>
        </p:spPr>
      </p:pic>
    </p:spTree>
    <p:extLst>
      <p:ext uri="{BB962C8B-B14F-4D97-AF65-F5344CB8AC3E}">
        <p14:creationId xmlns:p14="http://schemas.microsoft.com/office/powerpoint/2010/main" val="3228668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AEE644D4-F9A4-4237-BD5C-4B97ABA9337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5581650" cy="6858000"/>
          </a:xfrm>
          <a:prstGeom prst="rect">
            <a:avLst/>
          </a:prstGeom>
        </p:spPr>
      </p:pic>
      <p:sp>
        <p:nvSpPr>
          <p:cNvPr id="2" name="Title 1">
            <a:extLst>
              <a:ext uri="{FF2B5EF4-FFF2-40B4-BE49-F238E27FC236}">
                <a16:creationId xmlns:a16="http://schemas.microsoft.com/office/drawing/2014/main" id="{C2FF67A8-55FA-435D-A18C-96D63D22B53E}"/>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cxnSp>
        <p:nvCxnSpPr>
          <p:cNvPr id="9" name="Straight Connector 8">
            <a:extLst>
              <a:ext uri="{FF2B5EF4-FFF2-40B4-BE49-F238E27FC236}">
                <a16:creationId xmlns:a16="http://schemas.microsoft.com/office/drawing/2014/main" id="{BDAC7E4E-FE06-4E90-8107-6B543E5515ED}"/>
              </a:ext>
            </a:extLst>
          </p:cNvPr>
          <p:cNvCxnSpPr/>
          <p:nvPr/>
        </p:nvCxnSpPr>
        <p:spPr>
          <a:xfrm flipV="1">
            <a:off x="2209800" y="0"/>
            <a:ext cx="2438400" cy="6858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 Placeholder 15">
            <a:extLst>
              <a:ext uri="{FF2B5EF4-FFF2-40B4-BE49-F238E27FC236}">
                <a16:creationId xmlns:a16="http://schemas.microsoft.com/office/drawing/2014/main" id="{3864668D-D640-4ABF-BB9A-D60176660F07}"/>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2" name="Text Placeholder 18">
            <a:extLst>
              <a:ext uri="{FF2B5EF4-FFF2-40B4-BE49-F238E27FC236}">
                <a16:creationId xmlns:a16="http://schemas.microsoft.com/office/drawing/2014/main" id="{2E289D5A-B06B-43D4-A3CA-3B06C4D49FDD}"/>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3" name="Text Placeholder 15">
            <a:extLst>
              <a:ext uri="{FF2B5EF4-FFF2-40B4-BE49-F238E27FC236}">
                <a16:creationId xmlns:a16="http://schemas.microsoft.com/office/drawing/2014/main" id="{1DCC2995-DE17-436D-82AE-6E107865CB79}"/>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4" name="Text Placeholder 18">
            <a:extLst>
              <a:ext uri="{FF2B5EF4-FFF2-40B4-BE49-F238E27FC236}">
                <a16:creationId xmlns:a16="http://schemas.microsoft.com/office/drawing/2014/main" id="{C7E70A65-1FB1-4F42-854B-8213ED73F792}"/>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5" name="Text Placeholder 15">
            <a:extLst>
              <a:ext uri="{FF2B5EF4-FFF2-40B4-BE49-F238E27FC236}">
                <a16:creationId xmlns:a16="http://schemas.microsoft.com/office/drawing/2014/main" id="{45657994-DC61-4DEB-BB2B-65DFCA997AF1}"/>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16" name="Text Placeholder 18">
            <a:extLst>
              <a:ext uri="{FF2B5EF4-FFF2-40B4-BE49-F238E27FC236}">
                <a16:creationId xmlns:a16="http://schemas.microsoft.com/office/drawing/2014/main" id="{18397EE2-60CD-47FD-AF8F-83A5324D9D1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17" name="Date Placeholder 2">
            <a:extLst>
              <a:ext uri="{FF2B5EF4-FFF2-40B4-BE49-F238E27FC236}">
                <a16:creationId xmlns:a16="http://schemas.microsoft.com/office/drawing/2014/main" id="{1E25EFF1-65C7-4F93-8740-46885C6BEA57}"/>
              </a:ext>
            </a:extLst>
          </p:cNvPr>
          <p:cNvSpPr>
            <a:spLocks noGrp="1"/>
          </p:cNvSpPr>
          <p:nvPr>
            <p:ph type="dt" sz="half" idx="20"/>
          </p:nvPr>
        </p:nvSpPr>
        <p:spPr>
          <a:xfrm>
            <a:off x="5919680" y="6356350"/>
            <a:ext cx="947516" cy="365125"/>
          </a:xfrm>
        </p:spPr>
        <p:txBody>
          <a:bodyPr/>
          <a:lstStyle>
            <a:lvl1pPr>
              <a:defRPr sz="900"/>
            </a:lvl1pPr>
          </a:lstStyle>
          <a:p>
            <a:r>
              <a:rPr lang="en-US" dirty="0"/>
              <a:t>20XX</a:t>
            </a:r>
          </a:p>
        </p:txBody>
      </p:sp>
      <p:sp>
        <p:nvSpPr>
          <p:cNvPr id="18" name="Footer Placeholder 3">
            <a:extLst>
              <a:ext uri="{FF2B5EF4-FFF2-40B4-BE49-F238E27FC236}">
                <a16:creationId xmlns:a16="http://schemas.microsoft.com/office/drawing/2014/main" id="{C16D80BF-B599-4FC0-ABD5-98777872FE5F}"/>
              </a:ext>
            </a:extLst>
          </p:cNvPr>
          <p:cNvSpPr>
            <a:spLocks noGrp="1"/>
          </p:cNvSpPr>
          <p:nvPr>
            <p:ph type="ftr" sz="quarter" idx="21"/>
          </p:nvPr>
        </p:nvSpPr>
        <p:spPr>
          <a:xfrm>
            <a:off x="7161955" y="6356350"/>
            <a:ext cx="3243942" cy="365125"/>
          </a:xfrm>
        </p:spPr>
        <p:txBody>
          <a:bodyPr/>
          <a:lstStyle>
            <a:lvl1pPr>
              <a:defRPr sz="900"/>
            </a:lvl1pPr>
          </a:lstStyle>
          <a:p>
            <a:r>
              <a:rPr lang="en-US" dirty="0"/>
              <a:t>Pitch Deck</a:t>
            </a:r>
          </a:p>
        </p:txBody>
      </p:sp>
      <p:sp>
        <p:nvSpPr>
          <p:cNvPr id="19" name="Slide Number Placeholder 4">
            <a:extLst>
              <a:ext uri="{FF2B5EF4-FFF2-40B4-BE49-F238E27FC236}">
                <a16:creationId xmlns:a16="http://schemas.microsoft.com/office/drawing/2014/main" id="{F64421B1-FF90-4939-90BD-8206DE5036D0}"/>
              </a:ext>
            </a:extLst>
          </p:cNvPr>
          <p:cNvSpPr>
            <a:spLocks noGrp="1"/>
          </p:cNvSpPr>
          <p:nvPr>
            <p:ph type="sldNum" sz="quarter" idx="22"/>
          </p:nvPr>
        </p:nvSpPr>
        <p:spPr>
          <a:xfrm>
            <a:off x="10700656" y="6356350"/>
            <a:ext cx="653143" cy="365125"/>
          </a:xfrm>
        </p:spPr>
        <p:txBody>
          <a:bodyPr/>
          <a:lstStyle>
            <a:lvl1pPr>
              <a:defRPr sz="900"/>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2647987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hree Cont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243104"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243104"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4647665" y="2776936"/>
            <a:ext cx="2896671"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647665" y="3834606"/>
            <a:ext cx="2896671"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8066421" y="2776936"/>
            <a:ext cx="2882475" cy="823912"/>
          </a:xfrm>
        </p:spPr>
        <p:txBody>
          <a:bodyPr anchor="b">
            <a:noAutofit/>
          </a:bodyPr>
          <a:lstStyle>
            <a:lvl1pPr marL="0" indent="0">
              <a:buNone/>
              <a:defRPr lang="en-US" sz="2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8066421" y="3834606"/>
            <a:ext cx="2882475"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3105150"/>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2238376" cy="24765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31895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Market comparison">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063855"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3" name="Text Placeholder 2">
            <a:extLst>
              <a:ext uri="{FF2B5EF4-FFF2-40B4-BE49-F238E27FC236}">
                <a16:creationId xmlns:a16="http://schemas.microsoft.com/office/drawing/2014/main" id="{A066E2EA-C6EA-4A02-818E-33BD582D92E7}"/>
              </a:ext>
            </a:extLst>
          </p:cNvPr>
          <p:cNvSpPr>
            <a:spLocks noGrp="1"/>
          </p:cNvSpPr>
          <p:nvPr>
            <p:ph type="body" idx="15" hasCustomPrompt="1"/>
          </p:nvPr>
        </p:nvSpPr>
        <p:spPr>
          <a:xfrm>
            <a:off x="547551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24" name="Text Placeholder 2">
            <a:extLst>
              <a:ext uri="{FF2B5EF4-FFF2-40B4-BE49-F238E27FC236}">
                <a16:creationId xmlns:a16="http://schemas.microsoft.com/office/drawing/2014/main" id="{97B9C3B0-3522-407C-B662-631E19ECC95F}"/>
              </a:ext>
            </a:extLst>
          </p:cNvPr>
          <p:cNvSpPr>
            <a:spLocks noGrp="1"/>
          </p:cNvSpPr>
          <p:nvPr>
            <p:ph type="body" idx="16" hasCustomPrompt="1"/>
          </p:nvPr>
        </p:nvSpPr>
        <p:spPr>
          <a:xfrm>
            <a:off x="8887174" y="3064615"/>
            <a:ext cx="1240971" cy="823912"/>
          </a:xfrm>
        </p:spPr>
        <p:txBody>
          <a:bodyPr anchor="ctr">
            <a:noAutofit/>
          </a:bodyPr>
          <a:lstStyle>
            <a:lvl1pPr marL="0" indent="0" algn="ctr">
              <a:buNone/>
              <a:defRPr lang="en-US" sz="4000" kern="1200" cap="all"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1129698"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4526261" y="4824188"/>
            <a:ext cx="3139479" cy="462927"/>
          </a:xfrm>
        </p:spPr>
        <p:txBody>
          <a:bodyPr>
            <a:norm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2000" cap="all"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7938210" y="4824188"/>
            <a:ext cx="3124093" cy="462927"/>
          </a:xfrm>
        </p:spPr>
        <p:txBody>
          <a:bodyPr>
            <a:noAutofit/>
          </a:bodyPr>
          <a:lstStyle>
            <a:lvl1pPr marL="0" indent="0" algn="ctr">
              <a:lnSpc>
                <a:spcPct val="100000"/>
              </a:lnSpc>
              <a:buNone/>
              <a:defRPr sz="2000" cap="all"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pic>
        <p:nvPicPr>
          <p:cNvPr id="11" name="Graphic 10">
            <a:extLst>
              <a:ext uri="{FF2B5EF4-FFF2-40B4-BE49-F238E27FC236}">
                <a16:creationId xmlns:a16="http://schemas.microsoft.com/office/drawing/2014/main" id="{B38B0D13-BD5F-460B-B337-F4A9342026D0}"/>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465141" y="2358007"/>
            <a:ext cx="2438400" cy="2019300"/>
          </a:xfrm>
          <a:prstGeom prst="rect">
            <a:avLst/>
          </a:prstGeom>
        </p:spPr>
      </p:pic>
      <p:pic>
        <p:nvPicPr>
          <p:cNvPr id="13" name="Graphic 12">
            <a:extLst>
              <a:ext uri="{FF2B5EF4-FFF2-40B4-BE49-F238E27FC236}">
                <a16:creationId xmlns:a16="http://schemas.microsoft.com/office/drawing/2014/main" id="{BE72876B-D3DA-4462-9E24-3354D8D02A27}"/>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000625" y="2531837"/>
            <a:ext cx="2190750" cy="1943100"/>
          </a:xfrm>
          <a:prstGeom prst="rect">
            <a:avLst/>
          </a:prstGeom>
        </p:spPr>
      </p:pic>
      <p:pic>
        <p:nvPicPr>
          <p:cNvPr id="15" name="Graphic 14">
            <a:extLst>
              <a:ext uri="{FF2B5EF4-FFF2-40B4-BE49-F238E27FC236}">
                <a16:creationId xmlns:a16="http://schemas.microsoft.com/office/drawing/2014/main" id="{14A539B6-6E3F-41BA-ACE2-76E8BB651636}"/>
              </a:ext>
              <a:ext uri="{C183D7F6-B498-43B3-948B-1728B52AA6E4}">
                <adec:decorative xmlns:adec="http://schemas.microsoft.com/office/drawing/2017/decorative" val="1"/>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8345608" y="2421056"/>
            <a:ext cx="2324100" cy="2057400"/>
          </a:xfrm>
          <a:prstGeom prst="rect">
            <a:avLst/>
          </a:prstGeom>
        </p:spPr>
      </p:pic>
      <p:sp>
        <p:nvSpPr>
          <p:cNvPr id="25" name="Content Placeholder 3">
            <a:extLst>
              <a:ext uri="{FF2B5EF4-FFF2-40B4-BE49-F238E27FC236}">
                <a16:creationId xmlns:a16="http://schemas.microsoft.com/office/drawing/2014/main" id="{82D8880F-3EAC-45C9-91F2-19A193791A18}"/>
              </a:ext>
            </a:extLst>
          </p:cNvPr>
          <p:cNvSpPr>
            <a:spLocks noGrp="1"/>
          </p:cNvSpPr>
          <p:nvPr>
            <p:ph sz="half" idx="17"/>
          </p:nvPr>
        </p:nvSpPr>
        <p:spPr>
          <a:xfrm>
            <a:off x="1129698"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26" name="Content Placeholder 5">
            <a:extLst>
              <a:ext uri="{FF2B5EF4-FFF2-40B4-BE49-F238E27FC236}">
                <a16:creationId xmlns:a16="http://schemas.microsoft.com/office/drawing/2014/main" id="{9019518E-E850-403D-A5B5-4B53F8C4A56B}"/>
              </a:ext>
            </a:extLst>
          </p:cNvPr>
          <p:cNvSpPr>
            <a:spLocks noGrp="1"/>
          </p:cNvSpPr>
          <p:nvPr>
            <p:ph sz="quarter" idx="18"/>
          </p:nvPr>
        </p:nvSpPr>
        <p:spPr>
          <a:xfrm>
            <a:off x="4526261" y="5280763"/>
            <a:ext cx="3139479"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gn="ctr">
              <a:lnSpc>
                <a:spcPct val="100000"/>
              </a:lnSpc>
              <a:buNone/>
              <a:defRPr sz="1400" cap="none" spc="50" baseline="0">
                <a:solidFill>
                  <a:schemeClr val="tx1">
                    <a:lumMod val="75000"/>
                    <a:lumOff val="25000"/>
                  </a:schemeClr>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a:p>
            <a:pPr lvl="1"/>
            <a:r>
              <a:rPr lang="en-US"/>
              <a:t>Second level</a:t>
            </a:r>
          </a:p>
        </p:txBody>
      </p:sp>
      <p:sp>
        <p:nvSpPr>
          <p:cNvPr id="27" name="Content Placeholder 3">
            <a:extLst>
              <a:ext uri="{FF2B5EF4-FFF2-40B4-BE49-F238E27FC236}">
                <a16:creationId xmlns:a16="http://schemas.microsoft.com/office/drawing/2014/main" id="{A8058154-45E5-403E-B714-AC85774F391F}"/>
              </a:ext>
            </a:extLst>
          </p:cNvPr>
          <p:cNvSpPr>
            <a:spLocks noGrp="1"/>
          </p:cNvSpPr>
          <p:nvPr>
            <p:ph sz="half" idx="19"/>
          </p:nvPr>
        </p:nvSpPr>
        <p:spPr>
          <a:xfrm>
            <a:off x="7938210" y="5280763"/>
            <a:ext cx="3124093" cy="462927"/>
          </a:xfrm>
        </p:spPr>
        <p:txBody>
          <a:bodyPr>
            <a:normAutofit/>
          </a:bodyPr>
          <a:lstStyle>
            <a:lvl1pPr marL="0" indent="0" algn="ctr">
              <a:lnSpc>
                <a:spcPct val="100000"/>
              </a:lnSpc>
              <a:buNone/>
              <a:defRPr sz="1400" cap="none" spc="50" baseline="0">
                <a:solidFill>
                  <a:schemeClr val="tx1">
                    <a:lumMod val="75000"/>
                    <a:lumOff val="25000"/>
                  </a:schemeClr>
                </a:solidFill>
              </a:defRPr>
            </a:lvl1pPr>
            <a:lvl2pPr marL="457200" indent="0">
              <a:lnSpc>
                <a:spcPct val="100000"/>
              </a:lnSpc>
              <a:buNone/>
              <a:defRPr sz="1400" spc="50" baseline="0">
                <a:solidFill>
                  <a:schemeClr val="bg1"/>
                </a:solidFill>
              </a:defRPr>
            </a:lvl2pPr>
            <a:lvl3pPr marL="914400" indent="0">
              <a:lnSpc>
                <a:spcPct val="100000"/>
              </a:lnSpc>
              <a:buNone/>
              <a:defRPr sz="1400" spc="50" baseline="0">
                <a:solidFill>
                  <a:schemeClr val="bg1"/>
                </a:solidFill>
              </a:defRPr>
            </a:lvl3pPr>
            <a:lvl4pPr marL="1371600" indent="0">
              <a:lnSpc>
                <a:spcPct val="100000"/>
              </a:lnSpc>
              <a:buNone/>
              <a:defRPr sz="1400" spc="50" baseline="0">
                <a:solidFill>
                  <a:schemeClr val="bg1"/>
                </a:solidFill>
              </a:defRPr>
            </a:lvl4pPr>
            <a:lvl5pPr marL="1828800" indent="0">
              <a:lnSpc>
                <a:spcPct val="100000"/>
              </a:lnSpc>
              <a:buNone/>
              <a:defRPr sz="1400" spc="50" baseline="0">
                <a:solidFill>
                  <a:schemeClr val="bg1"/>
                </a:solidFill>
              </a:defRPr>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442619314"/>
      </p:ext>
    </p:extLst>
  </p:cSld>
  <p:clrMapOvr>
    <a:overrideClrMapping bg1="lt1" tx1="dk1" bg2="lt2" tx2="dk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Two Content">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2933700" y="892177"/>
            <a:ext cx="8421688" cy="1325563"/>
          </a:xfrm>
        </p:spPr>
        <p:txBody>
          <a:bodyPr>
            <a:normAutofit/>
          </a:bodyPr>
          <a:lstStyle>
            <a:lvl1pP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2933700" y="2776936"/>
            <a:ext cx="3924300"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2933700" y="3834606"/>
            <a:ext cx="3924300"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7410173" y="2776936"/>
            <a:ext cx="3943627" cy="823912"/>
          </a:xfrm>
        </p:spPr>
        <p:txBody>
          <a:bodyPr anchor="b">
            <a:noAutofit/>
          </a:bodyPr>
          <a:lstStyle>
            <a:lvl1pPr marL="0" indent="0">
              <a:buNone/>
              <a:defRPr lang="en-US" sz="2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a:t>CLICK TO EDIT MASTER TEXT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7410173" y="3834606"/>
            <a:ext cx="3943627" cy="1997867"/>
          </a:xfrm>
        </p:spPr>
        <p:txBody>
          <a:bodyPr>
            <a:normAutofit/>
          </a:bodyPr>
          <a:lstStyle>
            <a:lvl1pPr marL="0" indent="0">
              <a:lnSpc>
                <a:spcPct val="100000"/>
              </a:lnSpc>
              <a:buNone/>
              <a:defRPr sz="1400" spc="50" baseline="0">
                <a:solidFill>
                  <a:schemeClr val="tx1">
                    <a:lumMod val="75000"/>
                    <a:lumOff val="25000"/>
                  </a:schemeClr>
                </a:solidFill>
              </a:defRPr>
            </a:lvl1pPr>
            <a:lvl2pPr marL="457200" indent="0">
              <a:lnSpc>
                <a:spcPct val="100000"/>
              </a:lnSpc>
              <a:buNone/>
              <a:defRPr sz="1400" spc="50" baseline="0">
                <a:solidFill>
                  <a:schemeClr val="tx1">
                    <a:lumMod val="75000"/>
                    <a:lumOff val="25000"/>
                  </a:schemeClr>
                </a:solidFill>
              </a:defRPr>
            </a:lvl2pPr>
            <a:lvl3pPr marL="914400" indent="0">
              <a:lnSpc>
                <a:spcPct val="100000"/>
              </a:lnSpc>
              <a:buNone/>
              <a:defRPr sz="1400" spc="50" baseline="0">
                <a:solidFill>
                  <a:schemeClr val="tx1">
                    <a:lumMod val="75000"/>
                    <a:lumOff val="25000"/>
                  </a:schemeClr>
                </a:solidFill>
              </a:defRPr>
            </a:lvl3pPr>
            <a:lvl4pPr marL="1371600" indent="0">
              <a:lnSpc>
                <a:spcPct val="100000"/>
              </a:lnSpc>
              <a:buNone/>
              <a:defRPr sz="1400" spc="50" baseline="0">
                <a:solidFill>
                  <a:schemeClr val="tx1">
                    <a:lumMod val="75000"/>
                    <a:lumOff val="25000"/>
                  </a:schemeClr>
                </a:solidFill>
              </a:defRPr>
            </a:lvl4pPr>
            <a:lvl5pPr marL="1828800" indent="0">
              <a:lnSpc>
                <a:spcPct val="100000"/>
              </a:lnSpc>
              <a:buNone/>
              <a:defRPr sz="1400" spc="50" baseline="0">
                <a:solidFill>
                  <a:schemeClr val="tx1">
                    <a:lumMod val="75000"/>
                    <a:lumOff val="25000"/>
                  </a:schemeClr>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pic>
        <p:nvPicPr>
          <p:cNvPr id="11" name="Graphic 10">
            <a:extLst>
              <a:ext uri="{FF2B5EF4-FFF2-40B4-BE49-F238E27FC236}">
                <a16:creationId xmlns:a16="http://schemas.microsoft.com/office/drawing/2014/main" id="{EE24E1DB-1F20-4C28-8069-D9219D1F8BBD}"/>
              </a:ext>
            </a:extLst>
          </p:cNvPr>
          <p:cNvPicPr>
            <a:picLocks noChangeAspect="1"/>
          </p:cNvPicPr>
          <p:nvPr/>
        </p:nvPicPr>
        <p:blipFill rotWithShape="1">
          <a:blip>
            <a:extLst>
              <a:ext uri="{96DAC541-7B7A-43D3-8B79-37D633B846F1}">
                <asvg:svgBlip xmlns:asvg="http://schemas.microsoft.com/office/drawing/2016/SVG/main" r:embed="rId2"/>
              </a:ext>
            </a:extLst>
          </a:blip>
          <a:srcRect l="39434" t="20278" b="22673"/>
          <a:stretch/>
        </p:blipFill>
        <p:spPr>
          <a:xfrm>
            <a:off x="25785" y="0"/>
            <a:ext cx="4368030" cy="3912394"/>
          </a:xfrm>
          <a:prstGeom prst="rect">
            <a:avLst/>
          </a:prstGeom>
        </p:spPr>
      </p:pic>
    </p:spTree>
    <p:extLst>
      <p:ext uri="{BB962C8B-B14F-4D97-AF65-F5344CB8AC3E}">
        <p14:creationId xmlns:p14="http://schemas.microsoft.com/office/powerpoint/2010/main" val="30217409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Quadrant">
    <p:spTree>
      <p:nvGrpSpPr>
        <p:cNvPr id="1" name=""/>
        <p:cNvGrpSpPr/>
        <p:nvPr/>
      </p:nvGrpSpPr>
      <p:grpSpPr>
        <a:xfrm>
          <a:off x="0" y="0"/>
          <a:ext cx="0" cy="0"/>
          <a:chOff x="0" y="0"/>
          <a:chExt cx="0" cy="0"/>
        </a:xfrm>
      </p:grpSpPr>
      <p:sp>
        <p:nvSpPr>
          <p:cNvPr id="27" name="Title 1">
            <a:extLst>
              <a:ext uri="{FF2B5EF4-FFF2-40B4-BE49-F238E27FC236}">
                <a16:creationId xmlns:a16="http://schemas.microsoft.com/office/drawing/2014/main" id="{B495A4C6-232E-4A1A-B575-7EF7F414FDF6}"/>
              </a:ext>
            </a:extLst>
          </p:cNvPr>
          <p:cNvSpPr>
            <a:spLocks noGrp="1"/>
          </p:cNvSpPr>
          <p:nvPr>
            <p:ph type="title" hasCustomPrompt="1"/>
          </p:nvPr>
        </p:nvSpPr>
        <p:spPr>
          <a:xfrm>
            <a:off x="838200" y="365125"/>
            <a:ext cx="10515600" cy="1325563"/>
          </a:xfrm>
        </p:spPr>
        <p:txBody>
          <a:bodyPr>
            <a:normAutofit/>
          </a:bodyPr>
          <a:lstStyle>
            <a:lvl1pPr algn="l">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2B4C6F7E-40F0-42B1-AFE0-D3C95660E0DC}"/>
              </a:ext>
            </a:extLst>
          </p:cNvPr>
          <p:cNvSpPr>
            <a:spLocks noGrp="1"/>
          </p:cNvSpPr>
          <p:nvPr>
            <p:ph type="body" sz="quarter" idx="15" hasCustomPrompt="1"/>
          </p:nvPr>
        </p:nvSpPr>
        <p:spPr>
          <a:xfrm>
            <a:off x="5242517" y="1599947"/>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18" name="Text Placeholder 14">
            <a:extLst>
              <a:ext uri="{FF2B5EF4-FFF2-40B4-BE49-F238E27FC236}">
                <a16:creationId xmlns:a16="http://schemas.microsoft.com/office/drawing/2014/main" id="{42EE46E3-709F-4AE9-AECE-FD647B6DCFDE}"/>
              </a:ext>
            </a:extLst>
          </p:cNvPr>
          <p:cNvSpPr>
            <a:spLocks noGrp="1"/>
          </p:cNvSpPr>
          <p:nvPr>
            <p:ph type="body" sz="quarter" idx="20" hasCustomPrompt="1"/>
          </p:nvPr>
        </p:nvSpPr>
        <p:spPr>
          <a:xfrm>
            <a:off x="3738732" y="2378452"/>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sp>
        <p:nvSpPr>
          <p:cNvPr id="26" name="Text Placeholder 14">
            <a:extLst>
              <a:ext uri="{FF2B5EF4-FFF2-40B4-BE49-F238E27FC236}">
                <a16:creationId xmlns:a16="http://schemas.microsoft.com/office/drawing/2014/main" id="{3194FB4F-01AC-4A0E-BBE2-CF2B69F6FAC0}"/>
              </a:ext>
            </a:extLst>
          </p:cNvPr>
          <p:cNvSpPr>
            <a:spLocks noGrp="1"/>
          </p:cNvSpPr>
          <p:nvPr>
            <p:ph type="body" sz="quarter" idx="26" hasCustomPrompt="1"/>
          </p:nvPr>
        </p:nvSpPr>
        <p:spPr>
          <a:xfrm>
            <a:off x="7522269" y="2169263"/>
            <a:ext cx="1706965" cy="1048575"/>
          </a:xfrm>
          <a:prstGeom prst="rect">
            <a:avLst/>
          </a:prstGeom>
        </p:spPr>
        <p:txBody>
          <a:bodyPr anchor="ctr">
            <a:noAutofit/>
          </a:bodyPr>
          <a:lstStyle>
            <a:lvl1pPr marL="0" indent="0" algn="ctr">
              <a:lnSpc>
                <a:spcPct val="100000"/>
              </a:lnSpc>
              <a:buNone/>
              <a:defRPr sz="1400" b="1" cap="all" spc="0" baseline="0">
                <a:solidFill>
                  <a:schemeClr val="tx1">
                    <a:lumMod val="75000"/>
                    <a:lumOff val="25000"/>
                  </a:schemeClr>
                </a:solidFill>
                <a:latin typeface="+mn-lt"/>
              </a:defRPr>
            </a:lvl1pPr>
          </a:lstStyle>
          <a:p>
            <a:pPr lvl="0"/>
            <a:r>
              <a:rPr lang="en-US"/>
              <a:t>Click to add name</a:t>
            </a:r>
          </a:p>
        </p:txBody>
      </p:sp>
      <p:sp>
        <p:nvSpPr>
          <p:cNvPr id="23" name="Text Placeholder 14">
            <a:extLst>
              <a:ext uri="{FF2B5EF4-FFF2-40B4-BE49-F238E27FC236}">
                <a16:creationId xmlns:a16="http://schemas.microsoft.com/office/drawing/2014/main" id="{8E76F955-6B23-4972-8E86-603F19ECF6C5}"/>
              </a:ext>
            </a:extLst>
          </p:cNvPr>
          <p:cNvSpPr>
            <a:spLocks noGrp="1"/>
          </p:cNvSpPr>
          <p:nvPr>
            <p:ph type="body" sz="quarter" idx="25" hasCustomPrompt="1"/>
          </p:nvPr>
        </p:nvSpPr>
        <p:spPr>
          <a:xfrm>
            <a:off x="921894" y="3528829"/>
            <a:ext cx="1393863"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dirty="0"/>
              <a:t>Click to add name</a:t>
            </a:r>
          </a:p>
        </p:txBody>
      </p:sp>
      <p:sp>
        <p:nvSpPr>
          <p:cNvPr id="17" name="Text Placeholder 14">
            <a:extLst>
              <a:ext uri="{FF2B5EF4-FFF2-40B4-BE49-F238E27FC236}">
                <a16:creationId xmlns:a16="http://schemas.microsoft.com/office/drawing/2014/main" id="{DDA77547-4FF4-4B15-96F1-DC9B00175B43}"/>
              </a:ext>
            </a:extLst>
          </p:cNvPr>
          <p:cNvSpPr>
            <a:spLocks noGrp="1"/>
          </p:cNvSpPr>
          <p:nvPr>
            <p:ph type="body" sz="quarter" idx="19" hasCustomPrompt="1"/>
          </p:nvPr>
        </p:nvSpPr>
        <p:spPr>
          <a:xfrm>
            <a:off x="9940449" y="3528829"/>
            <a:ext cx="1380681" cy="492025"/>
          </a:xfrm>
          <a:prstGeom prst="rect">
            <a:avLst/>
          </a:prstGeom>
        </p:spPr>
        <p:txBody>
          <a:bodyPr anchor="ctr">
            <a:no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0" name="Text Placeholder 14">
            <a:extLst>
              <a:ext uri="{FF2B5EF4-FFF2-40B4-BE49-F238E27FC236}">
                <a16:creationId xmlns:a16="http://schemas.microsoft.com/office/drawing/2014/main" id="{6E6B6915-DFCC-44EB-9C61-6B7725D1B794}"/>
              </a:ext>
            </a:extLst>
          </p:cNvPr>
          <p:cNvSpPr>
            <a:spLocks noGrp="1"/>
          </p:cNvSpPr>
          <p:nvPr>
            <p:ph type="body" sz="quarter" idx="22" hasCustomPrompt="1"/>
          </p:nvPr>
        </p:nvSpPr>
        <p:spPr>
          <a:xfrm>
            <a:off x="2637747" y="4634331"/>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9" name="Text Placeholder 14">
            <a:extLst>
              <a:ext uri="{FF2B5EF4-FFF2-40B4-BE49-F238E27FC236}">
                <a16:creationId xmlns:a16="http://schemas.microsoft.com/office/drawing/2014/main" id="{6718CC56-7B04-41D0-A320-CCCDC20D7615}"/>
              </a:ext>
            </a:extLst>
          </p:cNvPr>
          <p:cNvSpPr>
            <a:spLocks noGrp="1"/>
          </p:cNvSpPr>
          <p:nvPr>
            <p:ph type="body" sz="quarter" idx="21" hasCustomPrompt="1"/>
          </p:nvPr>
        </p:nvSpPr>
        <p:spPr>
          <a:xfrm>
            <a:off x="4175224" y="4459860"/>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21" name="Text Placeholder 14">
            <a:extLst>
              <a:ext uri="{FF2B5EF4-FFF2-40B4-BE49-F238E27FC236}">
                <a16:creationId xmlns:a16="http://schemas.microsoft.com/office/drawing/2014/main" id="{778E1C09-B7DB-4CE7-A5B9-90BCF54448B8}"/>
              </a:ext>
            </a:extLst>
          </p:cNvPr>
          <p:cNvSpPr>
            <a:spLocks noGrp="1"/>
          </p:cNvSpPr>
          <p:nvPr>
            <p:ph type="body" sz="quarter" idx="23" hasCustomPrompt="1"/>
          </p:nvPr>
        </p:nvSpPr>
        <p:spPr>
          <a:xfrm>
            <a:off x="6552714" y="4321788"/>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dirty="0"/>
              <a:t>Click to add name</a:t>
            </a:r>
          </a:p>
        </p:txBody>
      </p:sp>
      <p:sp>
        <p:nvSpPr>
          <p:cNvPr id="16" name="Text Placeholder 14">
            <a:extLst>
              <a:ext uri="{FF2B5EF4-FFF2-40B4-BE49-F238E27FC236}">
                <a16:creationId xmlns:a16="http://schemas.microsoft.com/office/drawing/2014/main" id="{7CFA026C-42CE-4C20-9DDE-417FDF6CB43D}"/>
              </a:ext>
            </a:extLst>
          </p:cNvPr>
          <p:cNvSpPr>
            <a:spLocks noGrp="1"/>
          </p:cNvSpPr>
          <p:nvPr>
            <p:ph type="body" sz="quarter" idx="17" hasCustomPrompt="1"/>
          </p:nvPr>
        </p:nvSpPr>
        <p:spPr>
          <a:xfrm>
            <a:off x="5242517" y="5468790"/>
            <a:ext cx="1706965" cy="492025"/>
          </a:xfrm>
          <a:prstGeom prst="rect">
            <a:avLst/>
          </a:prstGeom>
        </p:spPr>
        <p:txBody>
          <a:bodyPr anchor="ctr">
            <a:normAutofit/>
          </a:bodyPr>
          <a:lstStyle>
            <a:lvl1pPr marL="0" indent="0" algn="ctr">
              <a:lnSpc>
                <a:spcPct val="100000"/>
              </a:lnSpc>
              <a:buNone/>
              <a:defRPr sz="1400" cap="all" spc="0" baseline="0">
                <a:solidFill>
                  <a:schemeClr val="tx1">
                    <a:lumMod val="75000"/>
                    <a:lumOff val="25000"/>
                  </a:schemeClr>
                </a:solidFill>
                <a:latin typeface="+mj-lt"/>
              </a:defRPr>
            </a:lvl1pPr>
          </a:lstStyle>
          <a:p>
            <a:pPr lvl="0"/>
            <a:r>
              <a:rPr lang="en-US"/>
              <a:t>Click to add name</a:t>
            </a:r>
          </a:p>
        </p:txBody>
      </p:sp>
      <p:sp>
        <p:nvSpPr>
          <p:cNvPr id="22" name="Text Placeholder 14">
            <a:extLst>
              <a:ext uri="{FF2B5EF4-FFF2-40B4-BE49-F238E27FC236}">
                <a16:creationId xmlns:a16="http://schemas.microsoft.com/office/drawing/2014/main" id="{0AFAA95F-1461-496C-BAB4-D5D0594554FF}"/>
              </a:ext>
            </a:extLst>
          </p:cNvPr>
          <p:cNvSpPr>
            <a:spLocks noGrp="1"/>
          </p:cNvSpPr>
          <p:nvPr>
            <p:ph type="body" sz="quarter" idx="24" hasCustomPrompt="1"/>
          </p:nvPr>
        </p:nvSpPr>
        <p:spPr>
          <a:xfrm>
            <a:off x="7801857" y="5195673"/>
            <a:ext cx="1183179" cy="492025"/>
          </a:xfrm>
          <a:prstGeom prst="rect">
            <a:avLst/>
          </a:prstGeom>
        </p:spPr>
        <p:txBody>
          <a:bodyPr anchor="ctr">
            <a:noAutofit/>
          </a:bodyPr>
          <a:lstStyle>
            <a:lvl1pPr marL="0" indent="0" algn="ctr">
              <a:lnSpc>
                <a:spcPct val="100000"/>
              </a:lnSpc>
              <a:buNone/>
              <a:defRPr sz="1050" cap="none" spc="0" baseline="0">
                <a:solidFill>
                  <a:schemeClr val="tx1">
                    <a:lumMod val="75000"/>
                    <a:lumOff val="25000"/>
                  </a:schemeClr>
                </a:solidFill>
                <a:latin typeface="+mn-lt"/>
              </a:defRPr>
            </a:lvl1pPr>
          </a:lstStyle>
          <a:p>
            <a:pPr lvl="0"/>
            <a:r>
              <a:rPr lang="en-US"/>
              <a:t>Click to add name</a:t>
            </a:r>
          </a:p>
        </p:txBody>
      </p:sp>
      <p:cxnSp>
        <p:nvCxnSpPr>
          <p:cNvPr id="24" name="Straight Connector 23">
            <a:extLst>
              <a:ext uri="{FF2B5EF4-FFF2-40B4-BE49-F238E27FC236}">
                <a16:creationId xmlns:a16="http://schemas.microsoft.com/office/drawing/2014/main" id="{DD194B4E-75F4-47BE-B171-9C64697AB920}"/>
              </a:ext>
              <a:ext uri="{C183D7F6-B498-43B3-948B-1728B52AA6E4}">
                <adec:decorative xmlns:adec="http://schemas.microsoft.com/office/drawing/2017/decorative" val="1"/>
              </a:ext>
            </a:extLst>
          </p:cNvPr>
          <p:cNvCxnSpPr>
            <a:cxnSpLocks/>
            <a:endCxn id="17" idx="1"/>
          </p:cNvCxnSpPr>
          <p:nvPr userDrawn="1"/>
        </p:nvCxnSpPr>
        <p:spPr>
          <a:xfrm>
            <a:off x="2315757" y="3774842"/>
            <a:ext cx="7624692" cy="0"/>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FEFDA35F-76DF-4FDC-90C9-F9FEDF32270C}"/>
              </a:ext>
              <a:ext uri="{C183D7F6-B498-43B3-948B-1728B52AA6E4}">
                <adec:decorative xmlns:adec="http://schemas.microsoft.com/office/drawing/2017/decorative" val="1"/>
              </a:ext>
            </a:extLst>
          </p:cNvPr>
          <p:cNvCxnSpPr>
            <a:cxnSpLocks/>
          </p:cNvCxnSpPr>
          <p:nvPr userDrawn="1"/>
        </p:nvCxnSpPr>
        <p:spPr>
          <a:xfrm flipV="1">
            <a:off x="6096000" y="2091972"/>
            <a:ext cx="4678" cy="3376818"/>
          </a:xfrm>
          <a:prstGeom prst="line">
            <a:avLst/>
          </a:prstGeom>
          <a:ln w="444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1" name="Date Placeholder 2">
            <a:extLst>
              <a:ext uri="{FF2B5EF4-FFF2-40B4-BE49-F238E27FC236}">
                <a16:creationId xmlns:a16="http://schemas.microsoft.com/office/drawing/2014/main" id="{B8C04945-62C9-4964-8891-6D30EA90D21A}"/>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32" name="Footer Placeholder 3">
            <a:extLst>
              <a:ext uri="{FF2B5EF4-FFF2-40B4-BE49-F238E27FC236}">
                <a16:creationId xmlns:a16="http://schemas.microsoft.com/office/drawing/2014/main" id="{51029B8B-F669-4889-98DD-901661178D55}"/>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33" name="Slide Number Placeholder 4">
            <a:extLst>
              <a:ext uri="{FF2B5EF4-FFF2-40B4-BE49-F238E27FC236}">
                <a16:creationId xmlns:a16="http://schemas.microsoft.com/office/drawing/2014/main" id="{7A0B84D6-438D-4B3B-B52C-6F5EC159BC73}"/>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02625086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pic>
        <p:nvPicPr>
          <p:cNvPr id="14" name="Graphic 13">
            <a:extLst>
              <a:ext uri="{FF2B5EF4-FFF2-40B4-BE49-F238E27FC236}">
                <a16:creationId xmlns:a16="http://schemas.microsoft.com/office/drawing/2014/main" id="{AE202E03-5C65-4305-B969-65220AD41002}"/>
              </a:ext>
              <a:ext uri="{C183D7F6-B498-43B3-948B-1728B52AA6E4}">
                <adec:decorative xmlns:adec="http://schemas.microsoft.com/office/drawing/2017/decorative" val="1"/>
              </a:ext>
            </a:extLst>
          </p:cNvPr>
          <p:cNvPicPr>
            <a:picLocks noChangeAspect="1"/>
          </p:cNvPicPr>
          <p:nvPr userDrawn="1"/>
        </p:nvPicPr>
        <p:blipFill rotWithShape="1">
          <a:blip>
            <a:extLst>
              <a:ext uri="{96DAC541-7B7A-43D3-8B79-37D633B846F1}">
                <asvg:svgBlip xmlns:asvg="http://schemas.microsoft.com/office/drawing/2016/SVG/main" r:embed="rId2"/>
              </a:ext>
            </a:extLst>
          </a:blip>
          <a:srcRect t="18301" r="41825" b="23071"/>
          <a:stretch/>
        </p:blipFill>
        <p:spPr>
          <a:xfrm flipH="1">
            <a:off x="0" y="0"/>
            <a:ext cx="5441888" cy="6858000"/>
          </a:xfrm>
          <a:custGeom>
            <a:avLst/>
            <a:gdLst>
              <a:gd name="connsiteX0" fmla="*/ 5441888 w 5441888"/>
              <a:gd name="connsiteY0" fmla="*/ 0 h 6858000"/>
              <a:gd name="connsiteX1" fmla="*/ 0 w 5441888"/>
              <a:gd name="connsiteY1" fmla="*/ 0 h 6858000"/>
              <a:gd name="connsiteX2" fmla="*/ 0 w 5441888"/>
              <a:gd name="connsiteY2" fmla="*/ 6858000 h 6858000"/>
              <a:gd name="connsiteX3" fmla="*/ 5441888 w 5441888"/>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41888" h="6858000">
                <a:moveTo>
                  <a:pt x="5441888" y="0"/>
                </a:moveTo>
                <a:lnTo>
                  <a:pt x="0" y="0"/>
                </a:lnTo>
                <a:lnTo>
                  <a:pt x="0" y="6858000"/>
                </a:lnTo>
                <a:lnTo>
                  <a:pt x="5441888" y="6858000"/>
                </a:lnTo>
                <a:close/>
              </a:path>
            </a:pathLst>
          </a:custGeom>
        </p:spPr>
      </p:pic>
      <p:sp>
        <p:nvSpPr>
          <p:cNvPr id="19" name="Title 1">
            <a:extLst>
              <a:ext uri="{FF2B5EF4-FFF2-40B4-BE49-F238E27FC236}">
                <a16:creationId xmlns:a16="http://schemas.microsoft.com/office/drawing/2014/main" id="{1E1C8C6D-0530-475B-A7F7-0E00C33ACFEB}"/>
              </a:ext>
            </a:extLst>
          </p:cNvPr>
          <p:cNvSpPr>
            <a:spLocks noGrp="1"/>
          </p:cNvSpPr>
          <p:nvPr>
            <p:ph type="title" hasCustomPrompt="1"/>
          </p:nvPr>
        </p:nvSpPr>
        <p:spPr>
          <a:xfrm>
            <a:off x="5920169" y="1152771"/>
            <a:ext cx="5431971" cy="846301"/>
          </a:xfrm>
        </p:spPr>
        <p:txBody>
          <a:bodyPr anchor="t">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20" name="Text Placeholder 15">
            <a:extLst>
              <a:ext uri="{FF2B5EF4-FFF2-40B4-BE49-F238E27FC236}">
                <a16:creationId xmlns:a16="http://schemas.microsoft.com/office/drawing/2014/main" id="{3D2778A3-7084-4333-8349-03B1FEB5FE75}"/>
              </a:ext>
            </a:extLst>
          </p:cNvPr>
          <p:cNvSpPr>
            <a:spLocks noGrp="1"/>
          </p:cNvSpPr>
          <p:nvPr>
            <p:ph type="body" sz="quarter" idx="13" hasCustomPrompt="1"/>
          </p:nvPr>
        </p:nvSpPr>
        <p:spPr>
          <a:xfrm>
            <a:off x="5922254" y="2469515"/>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5" name="Text Placeholder 18">
            <a:extLst>
              <a:ext uri="{FF2B5EF4-FFF2-40B4-BE49-F238E27FC236}">
                <a16:creationId xmlns:a16="http://schemas.microsoft.com/office/drawing/2014/main" id="{70ED2545-F96B-400C-B6F4-F1D2D83B7243}"/>
              </a:ext>
            </a:extLst>
          </p:cNvPr>
          <p:cNvSpPr>
            <a:spLocks noGrp="1"/>
          </p:cNvSpPr>
          <p:nvPr>
            <p:ph type="body" sz="quarter" idx="15" hasCustomPrompt="1"/>
          </p:nvPr>
        </p:nvSpPr>
        <p:spPr>
          <a:xfrm>
            <a:off x="5921828" y="2798940"/>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6" name="Text Placeholder 15">
            <a:extLst>
              <a:ext uri="{FF2B5EF4-FFF2-40B4-BE49-F238E27FC236}">
                <a16:creationId xmlns:a16="http://schemas.microsoft.com/office/drawing/2014/main" id="{4A2FECA2-3808-47DC-84EB-CD3395C2052D}"/>
              </a:ext>
            </a:extLst>
          </p:cNvPr>
          <p:cNvSpPr>
            <a:spLocks noGrp="1"/>
          </p:cNvSpPr>
          <p:nvPr>
            <p:ph type="body" sz="quarter" idx="23" hasCustomPrompt="1"/>
          </p:nvPr>
        </p:nvSpPr>
        <p:spPr>
          <a:xfrm>
            <a:off x="5922254" y="3569311"/>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7" name="Text Placeholder 18">
            <a:extLst>
              <a:ext uri="{FF2B5EF4-FFF2-40B4-BE49-F238E27FC236}">
                <a16:creationId xmlns:a16="http://schemas.microsoft.com/office/drawing/2014/main" id="{24393B9A-03C4-45C1-8172-F8B354458A48}"/>
              </a:ext>
            </a:extLst>
          </p:cNvPr>
          <p:cNvSpPr>
            <a:spLocks noGrp="1"/>
          </p:cNvSpPr>
          <p:nvPr>
            <p:ph type="body" sz="quarter" idx="24" hasCustomPrompt="1"/>
          </p:nvPr>
        </p:nvSpPr>
        <p:spPr>
          <a:xfrm>
            <a:off x="5921828" y="3898736"/>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8" name="Text Placeholder 15">
            <a:extLst>
              <a:ext uri="{FF2B5EF4-FFF2-40B4-BE49-F238E27FC236}">
                <a16:creationId xmlns:a16="http://schemas.microsoft.com/office/drawing/2014/main" id="{18EC24A5-B4A5-4BAB-AE40-30EB69D6EF73}"/>
              </a:ext>
            </a:extLst>
          </p:cNvPr>
          <p:cNvSpPr>
            <a:spLocks noGrp="1"/>
          </p:cNvSpPr>
          <p:nvPr>
            <p:ph type="body" sz="quarter" idx="25" hasCustomPrompt="1"/>
          </p:nvPr>
        </p:nvSpPr>
        <p:spPr>
          <a:xfrm>
            <a:off x="5922254" y="4669107"/>
            <a:ext cx="5433204" cy="365125"/>
          </a:xfrm>
        </p:spPr>
        <p:txBody>
          <a:bodyPr>
            <a:normAutofit/>
          </a:bodyPr>
          <a:lstStyle>
            <a:lvl1pPr marL="0" indent="0">
              <a:buNone/>
              <a:defRPr lang="en-US" sz="2000" kern="1200" cap="all" spc="150" baseline="0" dirty="0">
                <a:solidFill>
                  <a:schemeClr val="tx1">
                    <a:lumMod val="75000"/>
                    <a:lumOff val="25000"/>
                  </a:schemeClr>
                </a:solidFill>
                <a:latin typeface="+mj-lt"/>
                <a:ea typeface="+mj-ea"/>
                <a:cs typeface="+mj-cs"/>
              </a:defRPr>
            </a:lvl1pPr>
          </a:lstStyle>
          <a:p>
            <a:pPr lvl="0"/>
            <a:r>
              <a:rPr lang="en-US"/>
              <a:t>CLICK TO ADD SUBTITLE</a:t>
            </a:r>
          </a:p>
        </p:txBody>
      </p:sp>
      <p:sp>
        <p:nvSpPr>
          <p:cNvPr id="29" name="Text Placeholder 18">
            <a:extLst>
              <a:ext uri="{FF2B5EF4-FFF2-40B4-BE49-F238E27FC236}">
                <a16:creationId xmlns:a16="http://schemas.microsoft.com/office/drawing/2014/main" id="{726F36C0-4E6A-4A10-960D-11D78D044478}"/>
              </a:ext>
            </a:extLst>
          </p:cNvPr>
          <p:cNvSpPr>
            <a:spLocks noGrp="1"/>
          </p:cNvSpPr>
          <p:nvPr>
            <p:ph type="body" sz="quarter" idx="26" hasCustomPrompt="1"/>
          </p:nvPr>
        </p:nvSpPr>
        <p:spPr>
          <a:xfrm>
            <a:off x="5921828" y="4998532"/>
            <a:ext cx="5431971" cy="557950"/>
          </a:xfrm>
        </p:spPr>
        <p:txBody>
          <a:bodyPr>
            <a:normAutofit/>
          </a:bodyPr>
          <a:lstStyle>
            <a:lvl1pPr marL="0" indent="0">
              <a:lnSpc>
                <a:spcPct val="100000"/>
              </a:lnSpc>
              <a:buFont typeface="Arial" panose="020B0604020202020204" pitchFamily="34" charset="0"/>
              <a:buNone/>
              <a:defRPr sz="1400">
                <a:solidFill>
                  <a:schemeClr val="tx1">
                    <a:lumMod val="75000"/>
                    <a:lumOff val="25000"/>
                  </a:schemeClr>
                </a:solidFill>
              </a:defRPr>
            </a:lvl1pPr>
          </a:lstStyle>
          <a:p>
            <a:pPr lvl="0"/>
            <a:r>
              <a:rPr lang="en-US"/>
              <a:t>Click to add text</a:t>
            </a:r>
          </a:p>
        </p:txBody>
      </p: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376933483"/>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Chart and tabl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5" name="Text Placeholder 14">
            <a:extLst>
              <a:ext uri="{FF2B5EF4-FFF2-40B4-BE49-F238E27FC236}">
                <a16:creationId xmlns:a16="http://schemas.microsoft.com/office/drawing/2014/main" id="{B250D272-9B39-4C2D-B0F5-21010D11E437}"/>
              </a:ext>
            </a:extLst>
          </p:cNvPr>
          <p:cNvSpPr>
            <a:spLocks noGrp="1"/>
          </p:cNvSpPr>
          <p:nvPr>
            <p:ph type="body" sz="quarter" idx="16"/>
          </p:nvPr>
        </p:nvSpPr>
        <p:spPr>
          <a:xfrm>
            <a:off x="748749" y="1361938"/>
            <a:ext cx="6765925" cy="496888"/>
          </a:xfrm>
        </p:spPr>
        <p:txBody>
          <a:bodyPr>
            <a:noAutofit/>
          </a:bodyPr>
          <a:lstStyle>
            <a:lvl1pPr marL="0" indent="0">
              <a:buNone/>
              <a:defRPr sz="1800">
                <a:solidFill>
                  <a:schemeClr val="tx1">
                    <a:lumMod val="75000"/>
                    <a:lumOff val="25000"/>
                  </a:schemeClr>
                </a:solidFill>
              </a:defRPr>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p:txBody>
      </p:sp>
      <p:sp>
        <p:nvSpPr>
          <p:cNvPr id="7" name="Chart Placeholder 6">
            <a:extLst>
              <a:ext uri="{FF2B5EF4-FFF2-40B4-BE49-F238E27FC236}">
                <a16:creationId xmlns:a16="http://schemas.microsoft.com/office/drawing/2014/main" id="{08AF2DB4-A973-4307-B59C-6058A138835C}"/>
              </a:ext>
            </a:extLst>
          </p:cNvPr>
          <p:cNvSpPr>
            <a:spLocks noGrp="1"/>
          </p:cNvSpPr>
          <p:nvPr>
            <p:ph type="chart" sz="quarter" idx="13"/>
          </p:nvPr>
        </p:nvSpPr>
        <p:spPr>
          <a:xfrm>
            <a:off x="838200" y="2286002"/>
            <a:ext cx="6094270" cy="3542143"/>
          </a:xfrm>
        </p:spPr>
        <p:txBody>
          <a:bodyPr/>
          <a:lstStyle/>
          <a:p>
            <a:r>
              <a:rPr lang="en-US"/>
              <a:t>Click icon to add chart</a:t>
            </a:r>
            <a:endParaRPr lang="en-US" dirty="0"/>
          </a:p>
        </p:txBody>
      </p:sp>
      <p:sp>
        <p:nvSpPr>
          <p:cNvPr id="11" name="Text Placeholder 10">
            <a:extLst>
              <a:ext uri="{FF2B5EF4-FFF2-40B4-BE49-F238E27FC236}">
                <a16:creationId xmlns:a16="http://schemas.microsoft.com/office/drawing/2014/main" id="{339C283A-EC40-421C-8A0E-F9A3161C8890}"/>
              </a:ext>
            </a:extLst>
          </p:cNvPr>
          <p:cNvSpPr>
            <a:spLocks noGrp="1"/>
          </p:cNvSpPr>
          <p:nvPr>
            <p:ph type="body" sz="quarter" idx="14"/>
          </p:nvPr>
        </p:nvSpPr>
        <p:spPr>
          <a:xfrm>
            <a:off x="7858125" y="2284624"/>
            <a:ext cx="3147332" cy="306388"/>
          </a:xfrm>
        </p:spPr>
        <p:txBody>
          <a:bodyPr>
            <a:noAutofit/>
          </a:bodyPr>
          <a:lstStyle>
            <a:lvl1pPr marL="0" indent="0">
              <a:buNone/>
              <a:defRPr sz="1400" cap="all" spc="150" baseline="0">
                <a:solidFill>
                  <a:schemeClr val="tx1">
                    <a:lumMod val="75000"/>
                    <a:lumOff val="25000"/>
                  </a:schemeClr>
                </a:solidFill>
                <a:latin typeface="+mj-lt"/>
              </a:defRPr>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en-US"/>
              <a:t>Click to edit Master text styles</a:t>
            </a:r>
          </a:p>
        </p:txBody>
      </p:sp>
      <p:sp>
        <p:nvSpPr>
          <p:cNvPr id="13" name="Content Placeholder 12">
            <a:extLst>
              <a:ext uri="{FF2B5EF4-FFF2-40B4-BE49-F238E27FC236}">
                <a16:creationId xmlns:a16="http://schemas.microsoft.com/office/drawing/2014/main" id="{305CA2B1-D510-4949-A638-C1A064DA41A7}"/>
              </a:ext>
            </a:extLst>
          </p:cNvPr>
          <p:cNvSpPr>
            <a:spLocks noGrp="1"/>
          </p:cNvSpPr>
          <p:nvPr>
            <p:ph sz="quarter" idx="15" hasCustomPrompt="1"/>
          </p:nvPr>
        </p:nvSpPr>
        <p:spPr>
          <a:xfrm>
            <a:off x="7858125" y="2779713"/>
            <a:ext cx="3148013" cy="3095625"/>
          </a:xfrm>
        </p:spPr>
        <p:txBody>
          <a:bodyPr>
            <a:normAutofit/>
          </a:bodyPr>
          <a:lstStyle>
            <a:lvl1pPr marL="0" indent="0">
              <a:buNone/>
              <a:defRPr sz="1200">
                <a:solidFill>
                  <a:schemeClr val="tx1">
                    <a:lumMod val="65000"/>
                    <a:lumOff val="35000"/>
                  </a:schemeClr>
                </a:solidFill>
              </a:defRPr>
            </a:lvl1pPr>
            <a:lvl2pPr marL="457200" indent="0">
              <a:buNone/>
              <a:defRPr sz="1100">
                <a:solidFill>
                  <a:schemeClr val="tx1">
                    <a:lumMod val="65000"/>
                    <a:lumOff val="35000"/>
                  </a:schemeClr>
                </a:solidFill>
              </a:defRPr>
            </a:lvl2pPr>
            <a:lvl3pPr marL="914400" indent="0">
              <a:buNone/>
              <a:defRPr sz="1050">
                <a:solidFill>
                  <a:schemeClr val="tx1">
                    <a:lumMod val="65000"/>
                    <a:lumOff val="35000"/>
                  </a:schemeClr>
                </a:solidFill>
              </a:defRPr>
            </a:lvl3pPr>
            <a:lvl4pPr marL="1371600" indent="0">
              <a:buNone/>
              <a:defRPr sz="1000">
                <a:solidFill>
                  <a:schemeClr val="tx1">
                    <a:lumMod val="65000"/>
                    <a:lumOff val="35000"/>
                  </a:schemeClr>
                </a:solidFill>
              </a:defRPr>
            </a:lvl4pPr>
            <a:lvl5pPr marL="1828800" indent="0">
              <a:buNone/>
              <a:defRPr sz="1000">
                <a:solidFill>
                  <a:schemeClr val="tx1">
                    <a:lumMod val="65000"/>
                    <a:lumOff val="35000"/>
                  </a:schemeClr>
                </a:solidFill>
              </a:defRPr>
            </a:lvl5pPr>
          </a:lstStyle>
          <a:p>
            <a:pPr lvl="0"/>
            <a:r>
              <a:rPr lang="en-US" dirty="0"/>
              <a:t>Click to add content</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22900347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D46070C-E825-43D0-99F4-8B4614131131}"/>
              </a:ext>
            </a:extLst>
          </p:cNvPr>
          <p:cNvSpPr/>
          <p:nvPr userDrawn="1"/>
        </p:nvSpPr>
        <p:spPr>
          <a:xfrm>
            <a:off x="0" y="3057683"/>
            <a:ext cx="12191998" cy="201019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2" name="Title 1">
            <a:extLst>
              <a:ext uri="{FF2B5EF4-FFF2-40B4-BE49-F238E27FC236}">
                <a16:creationId xmlns:a16="http://schemas.microsoft.com/office/drawing/2014/main" id="{A1F8C642-49FB-4E16-A3A0-B2ACBEABFFD6}"/>
              </a:ext>
            </a:extLst>
          </p:cNvPr>
          <p:cNvSpPr>
            <a:spLocks noGrp="1"/>
          </p:cNvSpPr>
          <p:nvPr>
            <p:ph type="title" hasCustomPrompt="1"/>
          </p:nvPr>
        </p:nvSpPr>
        <p:spPr/>
        <p:txBody>
          <a:bodyPr>
            <a:normAutofit/>
          </a:bodyPr>
          <a:lstStyle>
            <a:lvl1pPr algn="l">
              <a:defRPr lang="en-US" sz="2800" kern="1200" spc="150" baseline="0" dirty="0">
                <a:solidFill>
                  <a:schemeClr val="tx1">
                    <a:lumMod val="75000"/>
                    <a:lumOff val="25000"/>
                  </a:schemeClr>
                </a:solidFill>
                <a:latin typeface="+mj-lt"/>
                <a:ea typeface="+mj-ea"/>
                <a:cs typeface="+mj-cs"/>
              </a:defRPr>
            </a:lvl1pPr>
          </a:lstStyle>
          <a:p>
            <a:r>
              <a:rPr lang="en-US" noProof="0" dirty="0"/>
              <a:t>CLICK TO EDIT MASTER TITLE STYLE</a:t>
            </a:r>
          </a:p>
        </p:txBody>
      </p:sp>
      <p:sp>
        <p:nvSpPr>
          <p:cNvPr id="6" name="Text Placeholder 10">
            <a:extLst>
              <a:ext uri="{FF2B5EF4-FFF2-40B4-BE49-F238E27FC236}">
                <a16:creationId xmlns:a16="http://schemas.microsoft.com/office/drawing/2014/main" id="{E4E92FC5-6FC2-45C2-9200-3244F9EA69A0}"/>
              </a:ext>
            </a:extLst>
          </p:cNvPr>
          <p:cNvSpPr>
            <a:spLocks noGrp="1"/>
          </p:cNvSpPr>
          <p:nvPr>
            <p:ph type="body" sz="quarter" idx="33" hasCustomPrompt="1"/>
          </p:nvPr>
        </p:nvSpPr>
        <p:spPr>
          <a:xfrm>
            <a:off x="914399" y="3354712"/>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7" name="Text Placeholder 10">
            <a:extLst>
              <a:ext uri="{FF2B5EF4-FFF2-40B4-BE49-F238E27FC236}">
                <a16:creationId xmlns:a16="http://schemas.microsoft.com/office/drawing/2014/main" id="{4D75C136-D6C3-4431-8776-997070627AAB}"/>
              </a:ext>
            </a:extLst>
          </p:cNvPr>
          <p:cNvSpPr>
            <a:spLocks noGrp="1"/>
          </p:cNvSpPr>
          <p:nvPr>
            <p:ph type="body" sz="quarter" idx="34" hasCustomPrompt="1"/>
          </p:nvPr>
        </p:nvSpPr>
        <p:spPr>
          <a:xfrm>
            <a:off x="19659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8" name="Text Placeholder 10">
            <a:extLst>
              <a:ext uri="{FF2B5EF4-FFF2-40B4-BE49-F238E27FC236}">
                <a16:creationId xmlns:a16="http://schemas.microsoft.com/office/drawing/2014/main" id="{FD15D323-BFE3-4ACE-9A2E-C9EB69458B12}"/>
              </a:ext>
            </a:extLst>
          </p:cNvPr>
          <p:cNvSpPr>
            <a:spLocks noGrp="1"/>
          </p:cNvSpPr>
          <p:nvPr>
            <p:ph type="body" sz="quarter" idx="35" hasCustomPrompt="1"/>
          </p:nvPr>
        </p:nvSpPr>
        <p:spPr>
          <a:xfrm>
            <a:off x="27538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9" name="Text Placeholder 10">
            <a:extLst>
              <a:ext uri="{FF2B5EF4-FFF2-40B4-BE49-F238E27FC236}">
                <a16:creationId xmlns:a16="http://schemas.microsoft.com/office/drawing/2014/main" id="{3B520767-B49F-4503-8120-B66E411F33E4}"/>
              </a:ext>
            </a:extLst>
          </p:cNvPr>
          <p:cNvSpPr>
            <a:spLocks noGrp="1"/>
          </p:cNvSpPr>
          <p:nvPr>
            <p:ph type="body" sz="quarter" idx="36" hasCustomPrompt="1"/>
          </p:nvPr>
        </p:nvSpPr>
        <p:spPr>
          <a:xfrm>
            <a:off x="35418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0" name="Text Placeholder 10">
            <a:extLst>
              <a:ext uri="{FF2B5EF4-FFF2-40B4-BE49-F238E27FC236}">
                <a16:creationId xmlns:a16="http://schemas.microsoft.com/office/drawing/2014/main" id="{30C2F5A0-E03E-4C89-B9EB-8D48889F5F91}"/>
              </a:ext>
            </a:extLst>
          </p:cNvPr>
          <p:cNvSpPr>
            <a:spLocks noGrp="1"/>
          </p:cNvSpPr>
          <p:nvPr>
            <p:ph type="body" sz="quarter" idx="37" hasCustomPrompt="1"/>
          </p:nvPr>
        </p:nvSpPr>
        <p:spPr>
          <a:xfrm>
            <a:off x="43297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1" name="Text Placeholder 10">
            <a:extLst>
              <a:ext uri="{FF2B5EF4-FFF2-40B4-BE49-F238E27FC236}">
                <a16:creationId xmlns:a16="http://schemas.microsoft.com/office/drawing/2014/main" id="{AB3645A3-D681-45BF-B195-452D000802CA}"/>
              </a:ext>
            </a:extLst>
          </p:cNvPr>
          <p:cNvSpPr>
            <a:spLocks noGrp="1"/>
          </p:cNvSpPr>
          <p:nvPr>
            <p:ph type="body" sz="quarter" idx="38" hasCustomPrompt="1"/>
          </p:nvPr>
        </p:nvSpPr>
        <p:spPr>
          <a:xfrm>
            <a:off x="914400" y="4292468"/>
            <a:ext cx="731520" cy="457200"/>
          </a:xfrm>
        </p:spPr>
        <p:txBody>
          <a:bodyPr anchor="ctr"/>
          <a:lstStyle>
            <a:lvl1pPr marL="0" indent="0" algn="l">
              <a:buNone/>
              <a:defRPr sz="1400" b="1">
                <a:solidFill>
                  <a:schemeClr val="tx1">
                    <a:lumMod val="75000"/>
                    <a:lumOff val="25000"/>
                  </a:schemeClr>
                </a:solidFill>
                <a:latin typeface="+mj-lt"/>
              </a:defRPr>
            </a:lvl1pPr>
          </a:lstStyle>
          <a:p>
            <a:pPr lvl="0"/>
            <a:r>
              <a:rPr lang="en-US" noProof="0" dirty="0"/>
              <a:t>Year</a:t>
            </a:r>
          </a:p>
        </p:txBody>
      </p:sp>
      <p:sp>
        <p:nvSpPr>
          <p:cNvPr id="12" name="Text Placeholder 10">
            <a:extLst>
              <a:ext uri="{FF2B5EF4-FFF2-40B4-BE49-F238E27FC236}">
                <a16:creationId xmlns:a16="http://schemas.microsoft.com/office/drawing/2014/main" id="{59D3CBFE-13C8-4DB1-A831-9393264923E7}"/>
              </a:ext>
            </a:extLst>
          </p:cNvPr>
          <p:cNvSpPr>
            <a:spLocks noGrp="1"/>
          </p:cNvSpPr>
          <p:nvPr>
            <p:ph type="body" sz="quarter" idx="39" hasCustomPrompt="1"/>
          </p:nvPr>
        </p:nvSpPr>
        <p:spPr>
          <a:xfrm>
            <a:off x="51176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3" name="Text Placeholder 10">
            <a:extLst>
              <a:ext uri="{FF2B5EF4-FFF2-40B4-BE49-F238E27FC236}">
                <a16:creationId xmlns:a16="http://schemas.microsoft.com/office/drawing/2014/main" id="{82385A0A-C61D-4BBD-AC77-D7642F895E22}"/>
              </a:ext>
            </a:extLst>
          </p:cNvPr>
          <p:cNvSpPr>
            <a:spLocks noGrp="1"/>
          </p:cNvSpPr>
          <p:nvPr>
            <p:ph type="body" sz="quarter" idx="40" hasCustomPrompt="1"/>
          </p:nvPr>
        </p:nvSpPr>
        <p:spPr>
          <a:xfrm>
            <a:off x="59055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4" name="Text Placeholder 10">
            <a:extLst>
              <a:ext uri="{FF2B5EF4-FFF2-40B4-BE49-F238E27FC236}">
                <a16:creationId xmlns:a16="http://schemas.microsoft.com/office/drawing/2014/main" id="{FED89FCE-7507-4C8C-923F-922290589466}"/>
              </a:ext>
            </a:extLst>
          </p:cNvPr>
          <p:cNvSpPr>
            <a:spLocks noGrp="1"/>
          </p:cNvSpPr>
          <p:nvPr>
            <p:ph type="body" sz="quarter" idx="41" hasCustomPrompt="1"/>
          </p:nvPr>
        </p:nvSpPr>
        <p:spPr>
          <a:xfrm>
            <a:off x="669348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5" name="Text Placeholder 10">
            <a:extLst>
              <a:ext uri="{FF2B5EF4-FFF2-40B4-BE49-F238E27FC236}">
                <a16:creationId xmlns:a16="http://schemas.microsoft.com/office/drawing/2014/main" id="{F2F73935-BF53-4510-8B8F-EDB1CD56A1BB}"/>
              </a:ext>
            </a:extLst>
          </p:cNvPr>
          <p:cNvSpPr>
            <a:spLocks noGrp="1"/>
          </p:cNvSpPr>
          <p:nvPr>
            <p:ph type="body" sz="quarter" idx="42" hasCustomPrompt="1"/>
          </p:nvPr>
        </p:nvSpPr>
        <p:spPr>
          <a:xfrm>
            <a:off x="905724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6" name="Text Placeholder 10">
            <a:extLst>
              <a:ext uri="{FF2B5EF4-FFF2-40B4-BE49-F238E27FC236}">
                <a16:creationId xmlns:a16="http://schemas.microsoft.com/office/drawing/2014/main" id="{2A9276DB-F427-4F8E-8E4C-466600F390FD}"/>
              </a:ext>
            </a:extLst>
          </p:cNvPr>
          <p:cNvSpPr>
            <a:spLocks noGrp="1"/>
          </p:cNvSpPr>
          <p:nvPr>
            <p:ph type="body" sz="quarter" idx="43" hasCustomPrompt="1"/>
          </p:nvPr>
        </p:nvSpPr>
        <p:spPr>
          <a:xfrm>
            <a:off x="748140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7" name="Text Placeholder 10">
            <a:extLst>
              <a:ext uri="{FF2B5EF4-FFF2-40B4-BE49-F238E27FC236}">
                <a16:creationId xmlns:a16="http://schemas.microsoft.com/office/drawing/2014/main" id="{79023948-0C1E-4DAB-B885-1C713409AA08}"/>
              </a:ext>
            </a:extLst>
          </p:cNvPr>
          <p:cNvSpPr>
            <a:spLocks noGrp="1"/>
          </p:cNvSpPr>
          <p:nvPr>
            <p:ph type="body" sz="quarter" idx="44" hasCustomPrompt="1"/>
          </p:nvPr>
        </p:nvSpPr>
        <p:spPr>
          <a:xfrm>
            <a:off x="826932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8" name="Text Placeholder 10">
            <a:extLst>
              <a:ext uri="{FF2B5EF4-FFF2-40B4-BE49-F238E27FC236}">
                <a16:creationId xmlns:a16="http://schemas.microsoft.com/office/drawing/2014/main" id="{4AB6A03C-6180-41ED-A88D-ECBB80D160F2}"/>
              </a:ext>
            </a:extLst>
          </p:cNvPr>
          <p:cNvSpPr>
            <a:spLocks noGrp="1"/>
          </p:cNvSpPr>
          <p:nvPr>
            <p:ph type="body" sz="quarter" idx="45" hasCustomPrompt="1"/>
          </p:nvPr>
        </p:nvSpPr>
        <p:spPr>
          <a:xfrm>
            <a:off x="9845160"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19" name="Text Placeholder 10">
            <a:extLst>
              <a:ext uri="{FF2B5EF4-FFF2-40B4-BE49-F238E27FC236}">
                <a16:creationId xmlns:a16="http://schemas.microsoft.com/office/drawing/2014/main" id="{145AD645-55F0-41A9-AC53-ED30BF1340BA}"/>
              </a:ext>
            </a:extLst>
          </p:cNvPr>
          <p:cNvSpPr>
            <a:spLocks noGrp="1"/>
          </p:cNvSpPr>
          <p:nvPr>
            <p:ph type="body" sz="quarter" idx="46" hasCustomPrompt="1"/>
          </p:nvPr>
        </p:nvSpPr>
        <p:spPr>
          <a:xfrm>
            <a:off x="10633085" y="3502152"/>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0" name="Text Placeholder 10">
            <a:extLst>
              <a:ext uri="{FF2B5EF4-FFF2-40B4-BE49-F238E27FC236}">
                <a16:creationId xmlns:a16="http://schemas.microsoft.com/office/drawing/2014/main" id="{C39F248D-01B4-40EE-B483-E8E81806DFBE}"/>
              </a:ext>
            </a:extLst>
          </p:cNvPr>
          <p:cNvSpPr>
            <a:spLocks noGrp="1"/>
          </p:cNvSpPr>
          <p:nvPr>
            <p:ph type="body" sz="quarter" idx="47" hasCustomPrompt="1"/>
          </p:nvPr>
        </p:nvSpPr>
        <p:spPr>
          <a:xfrm>
            <a:off x="196991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1" name="Text Placeholder 10">
            <a:extLst>
              <a:ext uri="{FF2B5EF4-FFF2-40B4-BE49-F238E27FC236}">
                <a16:creationId xmlns:a16="http://schemas.microsoft.com/office/drawing/2014/main" id="{1D0F1859-7A34-42DF-873E-2CF864E4C4BE}"/>
              </a:ext>
            </a:extLst>
          </p:cNvPr>
          <p:cNvSpPr>
            <a:spLocks noGrp="1"/>
          </p:cNvSpPr>
          <p:nvPr>
            <p:ph type="body" sz="quarter" idx="48" hasCustomPrompt="1"/>
          </p:nvPr>
        </p:nvSpPr>
        <p:spPr>
          <a:xfrm>
            <a:off x="275760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2" name="Text Placeholder 10">
            <a:extLst>
              <a:ext uri="{FF2B5EF4-FFF2-40B4-BE49-F238E27FC236}">
                <a16:creationId xmlns:a16="http://schemas.microsoft.com/office/drawing/2014/main" id="{6EB397AF-B5C1-40FE-86D4-BA660E4C6E46}"/>
              </a:ext>
            </a:extLst>
          </p:cNvPr>
          <p:cNvSpPr>
            <a:spLocks noGrp="1"/>
          </p:cNvSpPr>
          <p:nvPr>
            <p:ph type="body" sz="quarter" idx="49" hasCustomPrompt="1"/>
          </p:nvPr>
        </p:nvSpPr>
        <p:spPr>
          <a:xfrm>
            <a:off x="3545289"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3" name="Text Placeholder 10">
            <a:extLst>
              <a:ext uri="{FF2B5EF4-FFF2-40B4-BE49-F238E27FC236}">
                <a16:creationId xmlns:a16="http://schemas.microsoft.com/office/drawing/2014/main" id="{AF1343D5-DC0F-4C7E-967F-CFC300A2C807}"/>
              </a:ext>
            </a:extLst>
          </p:cNvPr>
          <p:cNvSpPr>
            <a:spLocks noGrp="1"/>
          </p:cNvSpPr>
          <p:nvPr>
            <p:ph type="body" sz="quarter" idx="50" hasCustomPrompt="1"/>
          </p:nvPr>
        </p:nvSpPr>
        <p:spPr>
          <a:xfrm>
            <a:off x="4332976"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4" name="Text Placeholder 10">
            <a:extLst>
              <a:ext uri="{FF2B5EF4-FFF2-40B4-BE49-F238E27FC236}">
                <a16:creationId xmlns:a16="http://schemas.microsoft.com/office/drawing/2014/main" id="{9AD688A5-D2DF-4FC3-8171-FAEA8C4F5566}"/>
              </a:ext>
            </a:extLst>
          </p:cNvPr>
          <p:cNvSpPr>
            <a:spLocks noGrp="1"/>
          </p:cNvSpPr>
          <p:nvPr>
            <p:ph type="body" sz="quarter" idx="51" hasCustomPrompt="1"/>
          </p:nvPr>
        </p:nvSpPr>
        <p:spPr>
          <a:xfrm>
            <a:off x="5120663"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5" name="Text Placeholder 10">
            <a:extLst>
              <a:ext uri="{FF2B5EF4-FFF2-40B4-BE49-F238E27FC236}">
                <a16:creationId xmlns:a16="http://schemas.microsoft.com/office/drawing/2014/main" id="{EA05A5D4-01B0-4932-B03E-571986E282EA}"/>
              </a:ext>
            </a:extLst>
          </p:cNvPr>
          <p:cNvSpPr>
            <a:spLocks noGrp="1"/>
          </p:cNvSpPr>
          <p:nvPr>
            <p:ph type="body" sz="quarter" idx="52" hasCustomPrompt="1"/>
          </p:nvPr>
        </p:nvSpPr>
        <p:spPr>
          <a:xfrm>
            <a:off x="5908350"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6" name="Text Placeholder 10">
            <a:extLst>
              <a:ext uri="{FF2B5EF4-FFF2-40B4-BE49-F238E27FC236}">
                <a16:creationId xmlns:a16="http://schemas.microsoft.com/office/drawing/2014/main" id="{72A84601-CD4F-49ED-8D51-CEF032363058}"/>
              </a:ext>
            </a:extLst>
          </p:cNvPr>
          <p:cNvSpPr>
            <a:spLocks noGrp="1"/>
          </p:cNvSpPr>
          <p:nvPr>
            <p:ph type="body" sz="quarter" idx="53" hasCustomPrompt="1"/>
          </p:nvPr>
        </p:nvSpPr>
        <p:spPr>
          <a:xfrm>
            <a:off x="6696037"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7" name="Text Placeholder 10">
            <a:extLst>
              <a:ext uri="{FF2B5EF4-FFF2-40B4-BE49-F238E27FC236}">
                <a16:creationId xmlns:a16="http://schemas.microsoft.com/office/drawing/2014/main" id="{C49FB196-753D-4A12-9460-57D8AB4B540B}"/>
              </a:ext>
            </a:extLst>
          </p:cNvPr>
          <p:cNvSpPr>
            <a:spLocks noGrp="1"/>
          </p:cNvSpPr>
          <p:nvPr>
            <p:ph type="body" sz="quarter" idx="54" hasCustomPrompt="1"/>
          </p:nvPr>
        </p:nvSpPr>
        <p:spPr>
          <a:xfrm>
            <a:off x="9059098"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8" name="Text Placeholder 10">
            <a:extLst>
              <a:ext uri="{FF2B5EF4-FFF2-40B4-BE49-F238E27FC236}">
                <a16:creationId xmlns:a16="http://schemas.microsoft.com/office/drawing/2014/main" id="{DFC05EC7-9D6C-486B-9E2F-D3612013C0A1}"/>
              </a:ext>
            </a:extLst>
          </p:cNvPr>
          <p:cNvSpPr>
            <a:spLocks noGrp="1"/>
          </p:cNvSpPr>
          <p:nvPr>
            <p:ph type="body" sz="quarter" idx="55" hasCustomPrompt="1"/>
          </p:nvPr>
        </p:nvSpPr>
        <p:spPr>
          <a:xfrm>
            <a:off x="7483724"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29" name="Text Placeholder 10">
            <a:extLst>
              <a:ext uri="{FF2B5EF4-FFF2-40B4-BE49-F238E27FC236}">
                <a16:creationId xmlns:a16="http://schemas.microsoft.com/office/drawing/2014/main" id="{98F455FB-241B-4E1F-B581-FA6CBA239545}"/>
              </a:ext>
            </a:extLst>
          </p:cNvPr>
          <p:cNvSpPr>
            <a:spLocks noGrp="1"/>
          </p:cNvSpPr>
          <p:nvPr>
            <p:ph type="body" sz="quarter" idx="56" hasCustomPrompt="1"/>
          </p:nvPr>
        </p:nvSpPr>
        <p:spPr>
          <a:xfrm>
            <a:off x="8271411"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0" name="Text Placeholder 10">
            <a:extLst>
              <a:ext uri="{FF2B5EF4-FFF2-40B4-BE49-F238E27FC236}">
                <a16:creationId xmlns:a16="http://schemas.microsoft.com/office/drawing/2014/main" id="{9E38664A-8108-4E24-800B-3C32ADA43978}"/>
              </a:ext>
            </a:extLst>
          </p:cNvPr>
          <p:cNvSpPr>
            <a:spLocks noGrp="1"/>
          </p:cNvSpPr>
          <p:nvPr>
            <p:ph type="body" sz="quarter" idx="57" hasCustomPrompt="1"/>
          </p:nvPr>
        </p:nvSpPr>
        <p:spPr>
          <a:xfrm>
            <a:off x="9846785"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1" name="Text Placeholder 10">
            <a:extLst>
              <a:ext uri="{FF2B5EF4-FFF2-40B4-BE49-F238E27FC236}">
                <a16:creationId xmlns:a16="http://schemas.microsoft.com/office/drawing/2014/main" id="{2908458B-A3ED-4855-9E08-108D7C4A8D36}"/>
              </a:ext>
            </a:extLst>
          </p:cNvPr>
          <p:cNvSpPr>
            <a:spLocks noGrp="1"/>
          </p:cNvSpPr>
          <p:nvPr>
            <p:ph type="body" sz="quarter" idx="58" hasCustomPrompt="1"/>
          </p:nvPr>
        </p:nvSpPr>
        <p:spPr>
          <a:xfrm>
            <a:off x="10634472" y="4425696"/>
            <a:ext cx="640080" cy="201776"/>
          </a:xfrm>
        </p:spPr>
        <p:txBody>
          <a:bodyPr>
            <a:noAutofit/>
          </a:bodyPr>
          <a:lstStyle>
            <a:lvl1pPr marL="0" indent="0" algn="ctr">
              <a:buNone/>
              <a:defRPr sz="1000">
                <a:solidFill>
                  <a:schemeClr val="tx1">
                    <a:lumMod val="75000"/>
                    <a:lumOff val="25000"/>
                  </a:schemeClr>
                </a:solidFill>
              </a:defRPr>
            </a:lvl1pPr>
          </a:lstStyle>
          <a:p>
            <a:pPr lvl="0"/>
            <a:r>
              <a:rPr lang="en-US" noProof="0" dirty="0"/>
              <a:t>MM</a:t>
            </a:r>
          </a:p>
        </p:txBody>
      </p:sp>
      <p:sp>
        <p:nvSpPr>
          <p:cNvPr id="32" name="Rectangle 31">
            <a:extLst>
              <a:ext uri="{FF2B5EF4-FFF2-40B4-BE49-F238E27FC236}">
                <a16:creationId xmlns:a16="http://schemas.microsoft.com/office/drawing/2014/main" id="{FFA35437-CCDE-4D92-B879-F23B329C8EC3}"/>
              </a:ext>
            </a:extLst>
          </p:cNvPr>
          <p:cNvSpPr/>
          <p:nvPr userDrawn="1"/>
        </p:nvSpPr>
        <p:spPr>
          <a:xfrm>
            <a:off x="929640" y="4034785"/>
            <a:ext cx="10332720" cy="45719"/>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solidFill>
                <a:schemeClr val="tx1">
                  <a:lumMod val="75000"/>
                  <a:lumOff val="25000"/>
                </a:schemeClr>
              </a:solidFill>
            </a:endParaRPr>
          </a:p>
        </p:txBody>
      </p:sp>
      <p:sp>
        <p:nvSpPr>
          <p:cNvPr id="36" name="Date Placeholder 2">
            <a:extLst>
              <a:ext uri="{FF2B5EF4-FFF2-40B4-BE49-F238E27FC236}">
                <a16:creationId xmlns:a16="http://schemas.microsoft.com/office/drawing/2014/main" id="{1CDC588F-73BC-4108-974B-0EAAB8213CE0}"/>
              </a:ext>
            </a:extLst>
          </p:cNvPr>
          <p:cNvSpPr>
            <a:spLocks noGrp="1"/>
          </p:cNvSpPr>
          <p:nvPr>
            <p:ph type="dt" sz="half" idx="10"/>
          </p:nvPr>
        </p:nvSpPr>
        <p:spPr>
          <a:xfrm>
            <a:off x="838200" y="6356350"/>
            <a:ext cx="2743200" cy="365125"/>
          </a:xfrm>
        </p:spPr>
        <p:txBody>
          <a:bodyPr/>
          <a:lstStyle>
            <a:lvl1pPr>
              <a:defRPr sz="900"/>
            </a:lvl1pPr>
          </a:lstStyle>
          <a:p>
            <a:r>
              <a:rPr lang="en-US" noProof="0" dirty="0"/>
              <a:t>20XX</a:t>
            </a:r>
          </a:p>
        </p:txBody>
      </p:sp>
      <p:sp>
        <p:nvSpPr>
          <p:cNvPr id="37" name="Footer Placeholder 3">
            <a:extLst>
              <a:ext uri="{FF2B5EF4-FFF2-40B4-BE49-F238E27FC236}">
                <a16:creationId xmlns:a16="http://schemas.microsoft.com/office/drawing/2014/main" id="{B2AC1EB2-9B8F-4077-8B66-64F9549F2C99}"/>
              </a:ext>
            </a:extLst>
          </p:cNvPr>
          <p:cNvSpPr>
            <a:spLocks noGrp="1"/>
          </p:cNvSpPr>
          <p:nvPr>
            <p:ph type="ftr" sz="quarter" idx="11"/>
          </p:nvPr>
        </p:nvSpPr>
        <p:spPr>
          <a:xfrm>
            <a:off x="4038600" y="6356350"/>
            <a:ext cx="4114800" cy="365125"/>
          </a:xfrm>
        </p:spPr>
        <p:txBody>
          <a:bodyPr/>
          <a:lstStyle>
            <a:lvl1pPr>
              <a:defRPr sz="900"/>
            </a:lvl1pPr>
          </a:lstStyle>
          <a:p>
            <a:r>
              <a:rPr lang="en-US" noProof="0" dirty="0"/>
              <a:t>Pitch Deck</a:t>
            </a:r>
          </a:p>
        </p:txBody>
      </p:sp>
      <p:sp>
        <p:nvSpPr>
          <p:cNvPr id="38" name="Slide Number Placeholder 4">
            <a:extLst>
              <a:ext uri="{FF2B5EF4-FFF2-40B4-BE49-F238E27FC236}">
                <a16:creationId xmlns:a16="http://schemas.microsoft.com/office/drawing/2014/main" id="{28DE3E33-346A-45AF-B164-CB5DF04FAE6D}"/>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noProof="0" smtClean="0"/>
              <a:t>‹#›</a:t>
            </a:fld>
            <a:endParaRPr lang="en-US" noProof="0" dirty="0"/>
          </a:p>
        </p:txBody>
      </p:sp>
    </p:spTree>
    <p:extLst>
      <p:ext uri="{BB962C8B-B14F-4D97-AF65-F5344CB8AC3E}">
        <p14:creationId xmlns:p14="http://schemas.microsoft.com/office/powerpoint/2010/main" val="20563234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mart Ar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5C4E19-B78B-4E39-B661-7E6A2E6C5002}"/>
              </a:ext>
            </a:extLst>
          </p:cNvPr>
          <p:cNvSpPr>
            <a:spLocks noGrp="1"/>
          </p:cNvSpPr>
          <p:nvPr>
            <p:ph type="title" hasCustomPrompt="1"/>
          </p:nvPr>
        </p:nvSpPr>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Date Placeholder 2">
            <a:extLst>
              <a:ext uri="{FF2B5EF4-FFF2-40B4-BE49-F238E27FC236}">
                <a16:creationId xmlns:a16="http://schemas.microsoft.com/office/drawing/2014/main" id="{7E085D26-FA83-4414-959E-98936A772670}"/>
              </a:ext>
            </a:extLst>
          </p:cNvPr>
          <p:cNvSpPr>
            <a:spLocks noGrp="1"/>
          </p:cNvSpPr>
          <p:nvPr>
            <p:ph type="dt" sz="half" idx="10"/>
          </p:nvPr>
        </p:nvSpPr>
        <p:spPr/>
        <p:txBody>
          <a:bodyPr/>
          <a:lstStyle>
            <a:lvl1pPr>
              <a:defRPr sz="900"/>
            </a:lvl1pPr>
          </a:lstStyle>
          <a:p>
            <a:r>
              <a:rPr lang="en-US" dirty="0"/>
              <a:t>20XX</a:t>
            </a:r>
          </a:p>
        </p:txBody>
      </p:sp>
      <p:sp>
        <p:nvSpPr>
          <p:cNvPr id="4" name="Footer Placeholder 3">
            <a:extLst>
              <a:ext uri="{FF2B5EF4-FFF2-40B4-BE49-F238E27FC236}">
                <a16:creationId xmlns:a16="http://schemas.microsoft.com/office/drawing/2014/main" id="{1FB52E93-DE4C-4341-8D83-F0230E38B1A1}"/>
              </a:ext>
            </a:extLst>
          </p:cNvPr>
          <p:cNvSpPr>
            <a:spLocks noGrp="1"/>
          </p:cNvSpPr>
          <p:nvPr>
            <p:ph type="ftr" sz="quarter" idx="11"/>
          </p:nvPr>
        </p:nvSpPr>
        <p:spPr/>
        <p:txBody>
          <a:bodyPr/>
          <a:lstStyle>
            <a:lvl1pPr>
              <a:defRPr sz="900"/>
            </a:lvl1pPr>
          </a:lstStyle>
          <a:p>
            <a:r>
              <a:rPr lang="en-US" dirty="0"/>
              <a:t>Pitch Deck</a:t>
            </a:r>
          </a:p>
        </p:txBody>
      </p:sp>
      <p:cxnSp>
        <p:nvCxnSpPr>
          <p:cNvPr id="10" name="Straight Connector 9">
            <a:extLst>
              <a:ext uri="{FF2B5EF4-FFF2-40B4-BE49-F238E27FC236}">
                <a16:creationId xmlns:a16="http://schemas.microsoft.com/office/drawing/2014/main" id="{66988B2D-0240-4256-8268-4B9FF1E72363}"/>
              </a:ext>
            </a:extLst>
          </p:cNvPr>
          <p:cNvCxnSpPr>
            <a:cxnSpLocks/>
          </p:cNvCxnSpPr>
          <p:nvPr/>
        </p:nvCxnSpPr>
        <p:spPr>
          <a:xfrm flipV="1">
            <a:off x="0" y="0"/>
            <a:ext cx="2590800" cy="76200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8EEAAE1-3D04-41C3-B2D2-B3BEF34C3B27}"/>
              </a:ext>
            </a:extLst>
          </p:cNvPr>
          <p:cNvCxnSpPr>
            <a:cxnSpLocks/>
          </p:cNvCxnSpPr>
          <p:nvPr/>
        </p:nvCxnSpPr>
        <p:spPr>
          <a:xfrm flipH="1">
            <a:off x="0" y="0"/>
            <a:ext cx="704850" cy="1027906"/>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AC467230-4A0F-4B18-8BA9-C3B2FDD59CB0}"/>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
        <p:nvSpPr>
          <p:cNvPr id="8" name="Content Placeholder 7">
            <a:extLst>
              <a:ext uri="{FF2B5EF4-FFF2-40B4-BE49-F238E27FC236}">
                <a16:creationId xmlns:a16="http://schemas.microsoft.com/office/drawing/2014/main" id="{F5756781-A599-0594-4502-A54BC85E87FF}"/>
              </a:ext>
            </a:extLst>
          </p:cNvPr>
          <p:cNvSpPr>
            <a:spLocks noGrp="1"/>
          </p:cNvSpPr>
          <p:nvPr>
            <p:ph sz="quarter" idx="16"/>
          </p:nvPr>
        </p:nvSpPr>
        <p:spPr>
          <a:xfrm>
            <a:off x="838199" y="2136775"/>
            <a:ext cx="10515599" cy="3697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543133"/>
      </p:ext>
    </p:extLst>
  </p:cSld>
  <p:clrMapOvr>
    <a:overrideClrMapping bg1="lt1" tx1="dk1" bg2="lt2" tx2="dk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am Slide 4 Peopl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487181"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3836914"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327578" y="2886074"/>
            <a:ext cx="1845511" cy="1845511"/>
          </a:xfrm>
          <a:solidFill>
            <a:schemeClr val="bg1">
              <a:lumMod val="95000"/>
            </a:schemeClr>
          </a:solidFill>
        </p:spPr>
        <p:txBody>
          <a:bodyPr>
            <a:normAutofit/>
          </a:bodyPr>
          <a:lstStyle>
            <a:lvl1pPr marL="0" indent="0">
              <a:buNone/>
              <a:defRPr sz="1400"/>
            </a:lvl1pPr>
            <a:lvl2pPr marL="457200" indent="0" algn="l">
              <a:lnSpc>
                <a:spcPct val="100000"/>
              </a:lnSpc>
              <a:buNone/>
              <a:defRPr sz="1400">
                <a:solidFill>
                  <a:schemeClr val="tx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8747458" y="2886074"/>
            <a:ext cx="1845511" cy="1845511"/>
          </a:xfrm>
          <a:solidFill>
            <a:schemeClr val="bg1">
              <a:lumMod val="95000"/>
            </a:schemeClr>
          </a:solidFill>
        </p:spPr>
        <p:txBody>
          <a:bodyPr>
            <a:normAutofit/>
          </a:bodyPr>
          <a:lstStyle>
            <a:lvl1pPr marL="0" indent="0" algn="l">
              <a:lnSpc>
                <a:spcPct val="100000"/>
              </a:lnSpc>
              <a:buNone/>
              <a:defRPr sz="1400">
                <a:solidFill>
                  <a:schemeClr val="tx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343248" y="5084524"/>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692980" y="5099206"/>
            <a:ext cx="2135755"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183644" y="5099206"/>
            <a:ext cx="2123743"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603525" y="5084524"/>
            <a:ext cx="2123742" cy="343061"/>
          </a:xfrm>
        </p:spPr>
        <p:txBody>
          <a:bodyPr anchor="ctr">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487181" y="5464114"/>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836913" y="5478796"/>
            <a:ext cx="1855949"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327577" y="5478796"/>
            <a:ext cx="1845511"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747458" y="5464114"/>
            <a:ext cx="1845510" cy="343061"/>
          </a:xfrm>
        </p:spPr>
        <p:txBody>
          <a:bodyPr anchor="t">
            <a:noAutofit/>
          </a:bodyPr>
          <a:lstStyle>
            <a:lvl1pPr marL="0" indent="0" algn="ctr">
              <a:buNone/>
              <a:defRPr lang="en-US" sz="10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cxnSp>
        <p:nvCxnSpPr>
          <p:cNvPr id="10" name="Straight Connector 9">
            <a:extLst>
              <a:ext uri="{FF2B5EF4-FFF2-40B4-BE49-F238E27FC236}">
                <a16:creationId xmlns:a16="http://schemas.microsoft.com/office/drawing/2014/main" id="{4E4B72DA-52CB-4D39-A342-8857B4D959B2}"/>
              </a:ext>
              <a:ext uri="{C183D7F6-B498-43B3-948B-1728B52AA6E4}">
                <adec:decorative xmlns:adec="http://schemas.microsoft.com/office/drawing/2017/decorative" val="1"/>
              </a:ext>
            </a:extLst>
          </p:cNvPr>
          <p:cNvCxnSpPr/>
          <p:nvPr/>
        </p:nvCxnSpPr>
        <p:spPr>
          <a:xfrm flipH="1" flipV="1">
            <a:off x="7334250" y="0"/>
            <a:ext cx="4857750" cy="762000"/>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1D9BCDA-DFB7-41A4-A7C7-CEE86CEDCBE5}"/>
              </a:ext>
              <a:ext uri="{C183D7F6-B498-43B3-948B-1728B52AA6E4}">
                <adec:decorative xmlns:adec="http://schemas.microsoft.com/office/drawing/2017/decorative" val="1"/>
              </a:ext>
            </a:extLst>
          </p:cNvPr>
          <p:cNvCxnSpPr>
            <a:cxnSpLocks/>
          </p:cNvCxnSpPr>
          <p:nvPr/>
        </p:nvCxnSpPr>
        <p:spPr>
          <a:xfrm>
            <a:off x="11487150" y="0"/>
            <a:ext cx="704850" cy="1724025"/>
          </a:xfrm>
          <a:prstGeom prst="line">
            <a:avLst/>
          </a:prstGeom>
          <a:ln>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6237283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pos="93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eam Slide 8 People">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bg1">
                    <a:lumMod val="75000"/>
                    <a:lumOff val="25000"/>
                  </a:schemeClr>
                </a:solidFill>
                <a:latin typeface="+mj-lt"/>
                <a:ea typeface="+mj-ea"/>
                <a:cs typeface="+mj-cs"/>
              </a:defRPr>
            </a:lvl1pPr>
          </a:lstStyle>
          <a:p>
            <a:r>
              <a:rPr lang="en-US"/>
              <a:t>CLICK TO EDIT MASTER TITLE STYLE</a:t>
            </a:r>
          </a:p>
        </p:txBody>
      </p:sp>
      <p:sp>
        <p:nvSpPr>
          <p:cNvPr id="11" name="Picture Placeholder 10">
            <a:extLst>
              <a:ext uri="{FF2B5EF4-FFF2-40B4-BE49-F238E27FC236}">
                <a16:creationId xmlns:a16="http://schemas.microsoft.com/office/drawing/2014/main" id="{B0BDE76A-30A6-4268-9656-28A484C3DCC9}"/>
              </a:ext>
            </a:extLst>
          </p:cNvPr>
          <p:cNvSpPr>
            <a:spLocks noGrp="1"/>
          </p:cNvSpPr>
          <p:nvPr>
            <p:ph type="pic" sz="quarter" idx="14"/>
          </p:nvPr>
        </p:nvSpPr>
        <p:spPr>
          <a:xfrm>
            <a:off x="1877176"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7" name="Picture Placeholder 10">
            <a:extLst>
              <a:ext uri="{FF2B5EF4-FFF2-40B4-BE49-F238E27FC236}">
                <a16:creationId xmlns:a16="http://schemas.microsoft.com/office/drawing/2014/main" id="{C4CA5C9C-91D5-44B1-A82A-A49732B4691A}"/>
              </a:ext>
            </a:extLst>
          </p:cNvPr>
          <p:cNvSpPr>
            <a:spLocks noGrp="1"/>
          </p:cNvSpPr>
          <p:nvPr>
            <p:ph type="pic" sz="quarter" idx="15"/>
          </p:nvPr>
        </p:nvSpPr>
        <p:spPr>
          <a:xfrm>
            <a:off x="4226270"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18" name="Picture Placeholder 10">
            <a:extLst>
              <a:ext uri="{FF2B5EF4-FFF2-40B4-BE49-F238E27FC236}">
                <a16:creationId xmlns:a16="http://schemas.microsoft.com/office/drawing/2014/main" id="{4EBC7D6F-397D-4C5A-AA62-F683F88531A2}"/>
              </a:ext>
            </a:extLst>
          </p:cNvPr>
          <p:cNvSpPr>
            <a:spLocks noGrp="1"/>
          </p:cNvSpPr>
          <p:nvPr>
            <p:ph type="pic" sz="quarter" idx="16"/>
          </p:nvPr>
        </p:nvSpPr>
        <p:spPr>
          <a:xfrm>
            <a:off x="6716934" y="2428875"/>
            <a:ext cx="1066800" cy="1066800"/>
          </a:xfrm>
          <a:solidFill>
            <a:schemeClr val="tx1"/>
          </a:solidFill>
        </p:spPr>
        <p:txBody>
          <a:bodyPr>
            <a:noAutofit/>
          </a:bodyPr>
          <a:lstStyle>
            <a:lvl1pPr marL="0" indent="0" algn="l">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19" name="Picture Placeholder 10">
            <a:extLst>
              <a:ext uri="{FF2B5EF4-FFF2-40B4-BE49-F238E27FC236}">
                <a16:creationId xmlns:a16="http://schemas.microsoft.com/office/drawing/2014/main" id="{92E6B581-A522-4758-A9A4-8B9C7B860CF2}"/>
              </a:ext>
            </a:extLst>
          </p:cNvPr>
          <p:cNvSpPr>
            <a:spLocks noGrp="1"/>
          </p:cNvSpPr>
          <p:nvPr>
            <p:ph type="pic" sz="quarter" idx="17"/>
          </p:nvPr>
        </p:nvSpPr>
        <p:spPr>
          <a:xfrm>
            <a:off x="9136814" y="2428875"/>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1500168"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6" name="Text Placeholder 2">
            <a:extLst>
              <a:ext uri="{FF2B5EF4-FFF2-40B4-BE49-F238E27FC236}">
                <a16:creationId xmlns:a16="http://schemas.microsoft.com/office/drawing/2014/main" id="{A02C0876-23F7-41FA-9AC9-721097D1A3CD}"/>
              </a:ext>
            </a:extLst>
          </p:cNvPr>
          <p:cNvSpPr>
            <a:spLocks noGrp="1"/>
          </p:cNvSpPr>
          <p:nvPr>
            <p:ph type="body" idx="21" hasCustomPrompt="1"/>
          </p:nvPr>
        </p:nvSpPr>
        <p:spPr>
          <a:xfrm>
            <a:off x="1390120"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3" name="Text Placeholder 2">
            <a:extLst>
              <a:ext uri="{FF2B5EF4-FFF2-40B4-BE49-F238E27FC236}">
                <a16:creationId xmlns:a16="http://schemas.microsoft.com/office/drawing/2014/main" id="{572D0301-10F1-41B4-BEF8-C53FA4D66214}"/>
              </a:ext>
            </a:extLst>
          </p:cNvPr>
          <p:cNvSpPr>
            <a:spLocks noGrp="1"/>
          </p:cNvSpPr>
          <p:nvPr>
            <p:ph type="body" idx="18" hasCustomPrompt="1"/>
          </p:nvPr>
        </p:nvSpPr>
        <p:spPr>
          <a:xfrm>
            <a:off x="3849262"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7" name="Text Placeholder 2">
            <a:extLst>
              <a:ext uri="{FF2B5EF4-FFF2-40B4-BE49-F238E27FC236}">
                <a16:creationId xmlns:a16="http://schemas.microsoft.com/office/drawing/2014/main" id="{7ADEB263-F204-4A78-A5E0-7361EFE0B921}"/>
              </a:ext>
            </a:extLst>
          </p:cNvPr>
          <p:cNvSpPr>
            <a:spLocks noGrp="1"/>
          </p:cNvSpPr>
          <p:nvPr>
            <p:ph type="body" idx="22" hasCustomPrompt="1"/>
          </p:nvPr>
        </p:nvSpPr>
        <p:spPr>
          <a:xfrm>
            <a:off x="3739214"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4" name="Text Placeholder 2">
            <a:extLst>
              <a:ext uri="{FF2B5EF4-FFF2-40B4-BE49-F238E27FC236}">
                <a16:creationId xmlns:a16="http://schemas.microsoft.com/office/drawing/2014/main" id="{E767B9DE-7410-43CC-90CF-52D67EF03D48}"/>
              </a:ext>
            </a:extLst>
          </p:cNvPr>
          <p:cNvSpPr>
            <a:spLocks noGrp="1"/>
          </p:cNvSpPr>
          <p:nvPr>
            <p:ph type="body" idx="19" hasCustomPrompt="1"/>
          </p:nvPr>
        </p:nvSpPr>
        <p:spPr>
          <a:xfrm>
            <a:off x="6339926" y="3669060"/>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8" name="Text Placeholder 2">
            <a:extLst>
              <a:ext uri="{FF2B5EF4-FFF2-40B4-BE49-F238E27FC236}">
                <a16:creationId xmlns:a16="http://schemas.microsoft.com/office/drawing/2014/main" id="{103678F5-B025-46E2-BD45-E77861487165}"/>
              </a:ext>
            </a:extLst>
          </p:cNvPr>
          <p:cNvSpPr>
            <a:spLocks noGrp="1"/>
          </p:cNvSpPr>
          <p:nvPr>
            <p:ph type="body" idx="23" hasCustomPrompt="1"/>
          </p:nvPr>
        </p:nvSpPr>
        <p:spPr>
          <a:xfrm>
            <a:off x="6217963" y="3796721"/>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5" name="Text Placeholder 2">
            <a:extLst>
              <a:ext uri="{FF2B5EF4-FFF2-40B4-BE49-F238E27FC236}">
                <a16:creationId xmlns:a16="http://schemas.microsoft.com/office/drawing/2014/main" id="{E13DFE1F-4534-4828-990E-B052F51FC65C}"/>
              </a:ext>
            </a:extLst>
          </p:cNvPr>
          <p:cNvSpPr>
            <a:spLocks noGrp="1"/>
          </p:cNvSpPr>
          <p:nvPr>
            <p:ph type="body" idx="20" hasCustomPrompt="1"/>
          </p:nvPr>
        </p:nvSpPr>
        <p:spPr>
          <a:xfrm>
            <a:off x="8759806" y="3654378"/>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29" name="Text Placeholder 2">
            <a:extLst>
              <a:ext uri="{FF2B5EF4-FFF2-40B4-BE49-F238E27FC236}">
                <a16:creationId xmlns:a16="http://schemas.microsoft.com/office/drawing/2014/main" id="{7E3F385B-4DD9-4F3C-A02B-179B9FA61292}"/>
              </a:ext>
            </a:extLst>
          </p:cNvPr>
          <p:cNvSpPr>
            <a:spLocks noGrp="1"/>
          </p:cNvSpPr>
          <p:nvPr>
            <p:ph type="body" idx="24" hasCustomPrompt="1"/>
          </p:nvPr>
        </p:nvSpPr>
        <p:spPr>
          <a:xfrm>
            <a:off x="8634432" y="3782039"/>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5" name="Picture Placeholder 10">
            <a:extLst>
              <a:ext uri="{FF2B5EF4-FFF2-40B4-BE49-F238E27FC236}">
                <a16:creationId xmlns:a16="http://schemas.microsoft.com/office/drawing/2014/main" id="{1EBAEB1D-A7F9-4F90-B642-4277D3802BAB}"/>
              </a:ext>
            </a:extLst>
          </p:cNvPr>
          <p:cNvSpPr>
            <a:spLocks noGrp="1"/>
          </p:cNvSpPr>
          <p:nvPr>
            <p:ph type="pic" sz="quarter" idx="26"/>
          </p:nvPr>
        </p:nvSpPr>
        <p:spPr>
          <a:xfrm>
            <a:off x="1877176"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6" name="Picture Placeholder 10">
            <a:extLst>
              <a:ext uri="{FF2B5EF4-FFF2-40B4-BE49-F238E27FC236}">
                <a16:creationId xmlns:a16="http://schemas.microsoft.com/office/drawing/2014/main" id="{9461A69E-14C8-4325-89AF-D4257C1C05BA}"/>
              </a:ext>
            </a:extLst>
          </p:cNvPr>
          <p:cNvSpPr>
            <a:spLocks noGrp="1"/>
          </p:cNvSpPr>
          <p:nvPr>
            <p:ph type="pic" sz="quarter" idx="27"/>
          </p:nvPr>
        </p:nvSpPr>
        <p:spPr>
          <a:xfrm>
            <a:off x="4226270"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7" name="Picture Placeholder 10">
            <a:extLst>
              <a:ext uri="{FF2B5EF4-FFF2-40B4-BE49-F238E27FC236}">
                <a16:creationId xmlns:a16="http://schemas.microsoft.com/office/drawing/2014/main" id="{0FB38616-82FB-4DAD-A82E-3777ACB41148}"/>
              </a:ext>
            </a:extLst>
          </p:cNvPr>
          <p:cNvSpPr>
            <a:spLocks noGrp="1"/>
          </p:cNvSpPr>
          <p:nvPr>
            <p:ph type="pic" sz="quarter" idx="28"/>
          </p:nvPr>
        </p:nvSpPr>
        <p:spPr>
          <a:xfrm>
            <a:off x="6716934" y="4287711"/>
            <a:ext cx="1066800" cy="1066800"/>
          </a:xfrm>
          <a:solidFill>
            <a:schemeClr val="tx1"/>
          </a:solidFill>
        </p:spPr>
        <p:txBody>
          <a:bodyPr>
            <a:normAutofit/>
          </a:bodyPr>
          <a:lstStyle>
            <a:lvl1pPr marL="0" indent="0">
              <a:buNone/>
              <a:defRPr sz="900">
                <a:solidFill>
                  <a:schemeClr val="bg1">
                    <a:lumMod val="75000"/>
                    <a:lumOff val="25000"/>
                  </a:schemeClr>
                </a:solidFill>
              </a:defRPr>
            </a:lvl1pPr>
            <a:lvl2pPr marL="457200" indent="0">
              <a:lnSpc>
                <a:spcPct val="100000"/>
              </a:lnSpc>
              <a:buNone/>
              <a:defRPr sz="900">
                <a:solidFill>
                  <a:schemeClr val="bg1">
                    <a:lumMod val="75000"/>
                    <a:lumOff val="25000"/>
                  </a:schemeClr>
                </a:solidFill>
              </a:defRPr>
            </a:lvl2pPr>
          </a:lstStyle>
          <a:p>
            <a:pPr lvl="0"/>
            <a:r>
              <a:rPr lang="en-US"/>
              <a:t>Click icon to add picture</a:t>
            </a:r>
            <a:endParaRPr lang="en-US" dirty="0"/>
          </a:p>
        </p:txBody>
      </p:sp>
      <p:sp>
        <p:nvSpPr>
          <p:cNvPr id="58" name="Picture Placeholder 10">
            <a:extLst>
              <a:ext uri="{FF2B5EF4-FFF2-40B4-BE49-F238E27FC236}">
                <a16:creationId xmlns:a16="http://schemas.microsoft.com/office/drawing/2014/main" id="{622ED9F4-EB9B-4588-8501-BFECB846EE73}"/>
              </a:ext>
            </a:extLst>
          </p:cNvPr>
          <p:cNvSpPr>
            <a:spLocks noGrp="1"/>
          </p:cNvSpPr>
          <p:nvPr>
            <p:ph type="pic" sz="quarter" idx="29"/>
          </p:nvPr>
        </p:nvSpPr>
        <p:spPr>
          <a:xfrm>
            <a:off x="9136814" y="4287711"/>
            <a:ext cx="1066800" cy="1066800"/>
          </a:xfrm>
          <a:solidFill>
            <a:schemeClr val="tx1"/>
          </a:solidFill>
        </p:spPr>
        <p:txBody>
          <a:bodyPr>
            <a:normAutofit/>
          </a:bodyPr>
          <a:lstStyle>
            <a:lvl1pPr marL="0" indent="0">
              <a:lnSpc>
                <a:spcPct val="100000"/>
              </a:lnSpc>
              <a:buNone/>
              <a:defRPr sz="900">
                <a:solidFill>
                  <a:schemeClr val="bg1">
                    <a:lumMod val="75000"/>
                    <a:lumOff val="25000"/>
                  </a:schemeClr>
                </a:solidFill>
              </a:defRPr>
            </a:lvl1pPr>
          </a:lstStyle>
          <a:p>
            <a:r>
              <a:rPr lang="en-US"/>
              <a:t>Click icon to add picture</a:t>
            </a:r>
            <a:endParaRPr lang="en-US" dirty="0"/>
          </a:p>
        </p:txBody>
      </p:sp>
      <p:sp>
        <p:nvSpPr>
          <p:cNvPr id="54" name="Text Placeholder 2">
            <a:extLst>
              <a:ext uri="{FF2B5EF4-FFF2-40B4-BE49-F238E27FC236}">
                <a16:creationId xmlns:a16="http://schemas.microsoft.com/office/drawing/2014/main" id="{22930C5B-603C-494E-A467-8B394D01D406}"/>
              </a:ext>
            </a:extLst>
          </p:cNvPr>
          <p:cNvSpPr>
            <a:spLocks noGrp="1"/>
          </p:cNvSpPr>
          <p:nvPr>
            <p:ph type="body" idx="25" hasCustomPrompt="1"/>
          </p:nvPr>
        </p:nvSpPr>
        <p:spPr>
          <a:xfrm>
            <a:off x="1500168"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2" name="Text Placeholder 2">
            <a:extLst>
              <a:ext uri="{FF2B5EF4-FFF2-40B4-BE49-F238E27FC236}">
                <a16:creationId xmlns:a16="http://schemas.microsoft.com/office/drawing/2014/main" id="{540C455F-A23B-493F-B95E-AB485D91DA6A}"/>
              </a:ext>
            </a:extLst>
          </p:cNvPr>
          <p:cNvSpPr>
            <a:spLocks noGrp="1"/>
          </p:cNvSpPr>
          <p:nvPr>
            <p:ph type="body" idx="33" hasCustomPrompt="1"/>
          </p:nvPr>
        </p:nvSpPr>
        <p:spPr>
          <a:xfrm>
            <a:off x="1390120"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59" name="Text Placeholder 2">
            <a:extLst>
              <a:ext uri="{FF2B5EF4-FFF2-40B4-BE49-F238E27FC236}">
                <a16:creationId xmlns:a16="http://schemas.microsoft.com/office/drawing/2014/main" id="{6D1C374C-DAF7-40EF-B279-4EC7A2AFE6A2}"/>
              </a:ext>
            </a:extLst>
          </p:cNvPr>
          <p:cNvSpPr>
            <a:spLocks noGrp="1"/>
          </p:cNvSpPr>
          <p:nvPr>
            <p:ph type="body" idx="30" hasCustomPrompt="1"/>
          </p:nvPr>
        </p:nvSpPr>
        <p:spPr>
          <a:xfrm>
            <a:off x="3849262"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3" name="Text Placeholder 2">
            <a:extLst>
              <a:ext uri="{FF2B5EF4-FFF2-40B4-BE49-F238E27FC236}">
                <a16:creationId xmlns:a16="http://schemas.microsoft.com/office/drawing/2014/main" id="{421FF438-E4E8-4643-BCB3-4A1C12429042}"/>
              </a:ext>
            </a:extLst>
          </p:cNvPr>
          <p:cNvSpPr>
            <a:spLocks noGrp="1"/>
          </p:cNvSpPr>
          <p:nvPr>
            <p:ph type="body" idx="34" hasCustomPrompt="1"/>
          </p:nvPr>
        </p:nvSpPr>
        <p:spPr>
          <a:xfrm>
            <a:off x="3739214"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0" name="Text Placeholder 2">
            <a:extLst>
              <a:ext uri="{FF2B5EF4-FFF2-40B4-BE49-F238E27FC236}">
                <a16:creationId xmlns:a16="http://schemas.microsoft.com/office/drawing/2014/main" id="{D4FEDD19-A7BA-45BB-93A0-F1E896C9F26D}"/>
              </a:ext>
            </a:extLst>
          </p:cNvPr>
          <p:cNvSpPr>
            <a:spLocks noGrp="1"/>
          </p:cNvSpPr>
          <p:nvPr>
            <p:ph type="body" idx="31" hasCustomPrompt="1"/>
          </p:nvPr>
        </p:nvSpPr>
        <p:spPr>
          <a:xfrm>
            <a:off x="6339926" y="5527896"/>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4" name="Text Placeholder 2">
            <a:extLst>
              <a:ext uri="{FF2B5EF4-FFF2-40B4-BE49-F238E27FC236}">
                <a16:creationId xmlns:a16="http://schemas.microsoft.com/office/drawing/2014/main" id="{A12F0175-7AEE-46B1-9590-D4A427680DC7}"/>
              </a:ext>
            </a:extLst>
          </p:cNvPr>
          <p:cNvSpPr>
            <a:spLocks noGrp="1"/>
          </p:cNvSpPr>
          <p:nvPr>
            <p:ph type="body" idx="35" hasCustomPrompt="1"/>
          </p:nvPr>
        </p:nvSpPr>
        <p:spPr>
          <a:xfrm>
            <a:off x="6229878" y="5655557"/>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1" name="Text Placeholder 2">
            <a:extLst>
              <a:ext uri="{FF2B5EF4-FFF2-40B4-BE49-F238E27FC236}">
                <a16:creationId xmlns:a16="http://schemas.microsoft.com/office/drawing/2014/main" id="{5026D39F-46AB-4680-9A52-F367344A3531}"/>
              </a:ext>
            </a:extLst>
          </p:cNvPr>
          <p:cNvSpPr>
            <a:spLocks noGrp="1"/>
          </p:cNvSpPr>
          <p:nvPr>
            <p:ph type="body" idx="32" hasCustomPrompt="1"/>
          </p:nvPr>
        </p:nvSpPr>
        <p:spPr>
          <a:xfrm>
            <a:off x="8759806" y="5513214"/>
            <a:ext cx="1828800" cy="343061"/>
          </a:xfrm>
        </p:spPr>
        <p:txBody>
          <a:bodyPr anchor="t">
            <a:noAutofit/>
          </a:bodyPr>
          <a:lstStyle>
            <a:lvl1pPr marL="0" indent="0" algn="ctr">
              <a:buNone/>
              <a:defRPr lang="en-US" sz="105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65" name="Text Placeholder 2">
            <a:extLst>
              <a:ext uri="{FF2B5EF4-FFF2-40B4-BE49-F238E27FC236}">
                <a16:creationId xmlns:a16="http://schemas.microsoft.com/office/drawing/2014/main" id="{04E11FE2-6320-4E8C-A5B3-8104AF329ADA}"/>
              </a:ext>
            </a:extLst>
          </p:cNvPr>
          <p:cNvSpPr>
            <a:spLocks noGrp="1"/>
          </p:cNvSpPr>
          <p:nvPr>
            <p:ph type="body" idx="36" hasCustomPrompt="1"/>
          </p:nvPr>
        </p:nvSpPr>
        <p:spPr>
          <a:xfrm>
            <a:off x="8634432" y="5640875"/>
            <a:ext cx="2057400" cy="343061"/>
          </a:xfrm>
        </p:spPr>
        <p:txBody>
          <a:bodyPr anchor="ctr">
            <a:noAutofit/>
          </a:bodyPr>
          <a:lstStyle>
            <a:lvl1pPr marL="0" indent="0" algn="ctr">
              <a:buNone/>
              <a:defRPr lang="en-US" sz="900" kern="1200" spc="150" baseline="0" dirty="0" smtClean="0">
                <a:solidFill>
                  <a:schemeClr val="bg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solidFill>
                  <a:srgbClr val="898989"/>
                </a:solidFill>
              </a:defRPr>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solidFill>
                  <a:srgbClr val="898989"/>
                </a:solidFill>
              </a:defRPr>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solidFill>
                  <a:srgbClr val="898989"/>
                </a:solidFill>
              </a:defRPr>
            </a:lvl1pPr>
          </a:lstStyle>
          <a:p>
            <a:fld id="{B5CEABB6-07DC-46E8-9B57-56EC44A396E5}" type="slidenum">
              <a:rPr lang="en-US" smtClean="0"/>
              <a:t>‹#›</a:t>
            </a:fld>
            <a:endParaRPr lang="en-US" dirty="0"/>
          </a:p>
        </p:txBody>
      </p:sp>
      <p:pic>
        <p:nvPicPr>
          <p:cNvPr id="13" name="Graphic 12">
            <a:extLst>
              <a:ext uri="{FF2B5EF4-FFF2-40B4-BE49-F238E27FC236}">
                <a16:creationId xmlns:a16="http://schemas.microsoft.com/office/drawing/2014/main" id="{B0DFD584-E5CF-41EF-B51E-679CE22DDF9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473953"/>
            <a:ext cx="2057400" cy="1647825"/>
          </a:xfrm>
          <a:prstGeom prst="rect">
            <a:avLst/>
          </a:prstGeom>
        </p:spPr>
      </p:pic>
      <p:pic>
        <p:nvPicPr>
          <p:cNvPr id="14" name="Graphic 13">
            <a:extLst>
              <a:ext uri="{FF2B5EF4-FFF2-40B4-BE49-F238E27FC236}">
                <a16:creationId xmlns:a16="http://schemas.microsoft.com/office/drawing/2014/main" id="{E5C02DDF-25A6-42C7-9525-F279CE2095C0}"/>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49000" y="5180889"/>
            <a:ext cx="1143000" cy="914400"/>
          </a:xfrm>
          <a:prstGeom prst="rect">
            <a:avLst/>
          </a:prstGeom>
        </p:spPr>
      </p:pic>
    </p:spTree>
    <p:extLst>
      <p:ext uri="{BB962C8B-B14F-4D97-AF65-F5344CB8AC3E}">
        <p14:creationId xmlns:p14="http://schemas.microsoft.com/office/powerpoint/2010/main" val="609095538"/>
      </p:ext>
    </p:extLst>
  </p:cSld>
  <p:clrMapOvr>
    <a:overrideClrMapping bg1="dk1" tx1="lt1" bg2="dk2" tx2="lt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3  Content">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F3B5C-31C4-46BA-9FAD-72DF917A84DA}"/>
              </a:ext>
            </a:extLst>
          </p:cNvPr>
          <p:cNvSpPr>
            <a:spLocks noGrp="1"/>
          </p:cNvSpPr>
          <p:nvPr>
            <p:ph type="title" hasCustomPrompt="1"/>
          </p:nvPr>
        </p:nvSpPr>
        <p:spPr>
          <a:xfrm>
            <a:off x="1885156" y="892177"/>
            <a:ext cx="8421688" cy="1325563"/>
          </a:xfrm>
        </p:spPr>
        <p:txBody>
          <a:bodyPr>
            <a:normAutofit/>
          </a:bodyPr>
          <a:lstStyle>
            <a:lvl1pPr algn="ctr">
              <a:defRPr lang="en-US" sz="2800" kern="1200"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11" name="Content Placeholder 10">
            <a:extLst>
              <a:ext uri="{FF2B5EF4-FFF2-40B4-BE49-F238E27FC236}">
                <a16:creationId xmlns:a16="http://schemas.microsoft.com/office/drawing/2014/main" id="{ADC2540D-94C4-405B-8607-0CEDD6F54B9C}"/>
              </a:ext>
            </a:extLst>
          </p:cNvPr>
          <p:cNvSpPr>
            <a:spLocks noGrp="1"/>
          </p:cNvSpPr>
          <p:nvPr>
            <p:ph sz="quarter" idx="21" hasCustomPrompt="1"/>
          </p:nvPr>
        </p:nvSpPr>
        <p:spPr>
          <a:xfrm>
            <a:off x="107544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3" name="Text Placeholder 2">
            <a:extLst>
              <a:ext uri="{FF2B5EF4-FFF2-40B4-BE49-F238E27FC236}">
                <a16:creationId xmlns:a16="http://schemas.microsoft.com/office/drawing/2014/main" id="{B659CD1F-9DFB-4048-9B9B-2BD7D4EC6400}"/>
              </a:ext>
            </a:extLst>
          </p:cNvPr>
          <p:cNvSpPr>
            <a:spLocks noGrp="1"/>
          </p:cNvSpPr>
          <p:nvPr>
            <p:ph type="body" idx="1" hasCustomPrompt="1"/>
          </p:nvPr>
        </p:nvSpPr>
        <p:spPr>
          <a:xfrm>
            <a:off x="838200"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7" name="Text Placeholder 2">
            <a:extLst>
              <a:ext uri="{FF2B5EF4-FFF2-40B4-BE49-F238E27FC236}">
                <a16:creationId xmlns:a16="http://schemas.microsoft.com/office/drawing/2014/main" id="{E43D2F47-FAF2-42C2-967D-251DD4B940D7}"/>
              </a:ext>
            </a:extLst>
          </p:cNvPr>
          <p:cNvSpPr>
            <a:spLocks noGrp="1"/>
          </p:cNvSpPr>
          <p:nvPr>
            <p:ph type="body" idx="17" hasCustomPrompt="1"/>
          </p:nvPr>
        </p:nvSpPr>
        <p:spPr>
          <a:xfrm>
            <a:off x="838200"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4" name="Content Placeholder 3">
            <a:extLst>
              <a:ext uri="{FF2B5EF4-FFF2-40B4-BE49-F238E27FC236}">
                <a16:creationId xmlns:a16="http://schemas.microsoft.com/office/drawing/2014/main" id="{AC9B20CF-6B91-4562-B799-0ABDAEBC0D2A}"/>
              </a:ext>
            </a:extLst>
          </p:cNvPr>
          <p:cNvSpPr>
            <a:spLocks noGrp="1"/>
          </p:cNvSpPr>
          <p:nvPr>
            <p:ph sz="half" idx="2"/>
          </p:nvPr>
        </p:nvSpPr>
        <p:spPr>
          <a:xfrm>
            <a:off x="838200"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4" name="Content Placeholder 10">
            <a:extLst>
              <a:ext uri="{FF2B5EF4-FFF2-40B4-BE49-F238E27FC236}">
                <a16:creationId xmlns:a16="http://schemas.microsoft.com/office/drawing/2014/main" id="{11C6EC54-ADFA-4CFF-9E9B-DC7E96C854C2}"/>
              </a:ext>
            </a:extLst>
          </p:cNvPr>
          <p:cNvSpPr>
            <a:spLocks noGrp="1"/>
          </p:cNvSpPr>
          <p:nvPr>
            <p:ph sz="quarter" idx="22" hasCustomPrompt="1"/>
          </p:nvPr>
        </p:nvSpPr>
        <p:spPr>
          <a:xfrm>
            <a:off x="380565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5" name="Text Placeholder 4">
            <a:extLst>
              <a:ext uri="{FF2B5EF4-FFF2-40B4-BE49-F238E27FC236}">
                <a16:creationId xmlns:a16="http://schemas.microsoft.com/office/drawing/2014/main" id="{B374FC39-67F6-42EA-BCD1-F69AE2F0F22D}"/>
              </a:ext>
            </a:extLst>
          </p:cNvPr>
          <p:cNvSpPr>
            <a:spLocks noGrp="1"/>
          </p:cNvSpPr>
          <p:nvPr>
            <p:ph type="body" sz="quarter" idx="3" hasCustomPrompt="1"/>
          </p:nvPr>
        </p:nvSpPr>
        <p:spPr>
          <a:xfrm>
            <a:off x="3562665" y="3788813"/>
            <a:ext cx="2342205"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8" name="Text Placeholder 4">
            <a:extLst>
              <a:ext uri="{FF2B5EF4-FFF2-40B4-BE49-F238E27FC236}">
                <a16:creationId xmlns:a16="http://schemas.microsoft.com/office/drawing/2014/main" id="{3322C250-87FC-4F14-A42C-FFDA120D0D64}"/>
              </a:ext>
            </a:extLst>
          </p:cNvPr>
          <p:cNvSpPr>
            <a:spLocks noGrp="1"/>
          </p:cNvSpPr>
          <p:nvPr>
            <p:ph type="body" sz="quarter" idx="18" hasCustomPrompt="1"/>
          </p:nvPr>
        </p:nvSpPr>
        <p:spPr>
          <a:xfrm>
            <a:off x="3562665" y="4464810"/>
            <a:ext cx="2342205"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000"/>
              </a:spcBef>
              <a:buFont typeface="Arial" panose="020B0604020202020204" pitchFamily="34" charset="0"/>
              <a:buNone/>
            </a:pPr>
            <a:r>
              <a:rPr lang="en-US" dirty="0"/>
              <a:t>CLICK TO EDIT</a:t>
            </a:r>
          </a:p>
        </p:txBody>
      </p:sp>
      <p:sp>
        <p:nvSpPr>
          <p:cNvPr id="6" name="Content Placeholder 5">
            <a:extLst>
              <a:ext uri="{FF2B5EF4-FFF2-40B4-BE49-F238E27FC236}">
                <a16:creationId xmlns:a16="http://schemas.microsoft.com/office/drawing/2014/main" id="{B36EE64B-44BF-4634-97BC-5ED74C6DF280}"/>
              </a:ext>
            </a:extLst>
          </p:cNvPr>
          <p:cNvSpPr>
            <a:spLocks noGrp="1"/>
          </p:cNvSpPr>
          <p:nvPr>
            <p:ph sz="quarter" idx="4"/>
          </p:nvPr>
        </p:nvSpPr>
        <p:spPr>
          <a:xfrm>
            <a:off x="3562665" y="5120722"/>
            <a:ext cx="2342205"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5" name="Content Placeholder 10">
            <a:extLst>
              <a:ext uri="{FF2B5EF4-FFF2-40B4-BE49-F238E27FC236}">
                <a16:creationId xmlns:a16="http://schemas.microsoft.com/office/drawing/2014/main" id="{1B6DD41C-FCE2-4AC6-A235-2FF1B905DAAD}"/>
              </a:ext>
            </a:extLst>
          </p:cNvPr>
          <p:cNvSpPr>
            <a:spLocks noGrp="1"/>
          </p:cNvSpPr>
          <p:nvPr>
            <p:ph sz="quarter" idx="23" hasCustomPrompt="1"/>
          </p:nvPr>
        </p:nvSpPr>
        <p:spPr>
          <a:xfrm>
            <a:off x="6530117"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21" name="Text Placeholder 2">
            <a:extLst>
              <a:ext uri="{FF2B5EF4-FFF2-40B4-BE49-F238E27FC236}">
                <a16:creationId xmlns:a16="http://schemas.microsoft.com/office/drawing/2014/main" id="{1F60A771-8BBC-4565-AB09-402DA7CB2780}"/>
              </a:ext>
            </a:extLst>
          </p:cNvPr>
          <p:cNvSpPr>
            <a:spLocks noGrp="1"/>
          </p:cNvSpPr>
          <p:nvPr>
            <p:ph type="body" idx="13" hasCustomPrompt="1"/>
          </p:nvPr>
        </p:nvSpPr>
        <p:spPr>
          <a:xfrm>
            <a:off x="6298609" y="3788813"/>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a:t>
            </a:r>
          </a:p>
        </p:txBody>
      </p:sp>
      <p:sp>
        <p:nvSpPr>
          <p:cNvPr id="19" name="Text Placeholder 2">
            <a:extLst>
              <a:ext uri="{FF2B5EF4-FFF2-40B4-BE49-F238E27FC236}">
                <a16:creationId xmlns:a16="http://schemas.microsoft.com/office/drawing/2014/main" id="{D3C675D6-83FA-4036-B516-098EDCAF2506}"/>
              </a:ext>
            </a:extLst>
          </p:cNvPr>
          <p:cNvSpPr>
            <a:spLocks noGrp="1"/>
          </p:cNvSpPr>
          <p:nvPr>
            <p:ph type="body" idx="19" hasCustomPrompt="1"/>
          </p:nvPr>
        </p:nvSpPr>
        <p:spPr>
          <a:xfrm>
            <a:off x="6298609" y="4464810"/>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sp>
        <p:nvSpPr>
          <p:cNvPr id="22" name="Content Placeholder 3">
            <a:extLst>
              <a:ext uri="{FF2B5EF4-FFF2-40B4-BE49-F238E27FC236}">
                <a16:creationId xmlns:a16="http://schemas.microsoft.com/office/drawing/2014/main" id="{C464A9BD-B815-4632-8F54-6EB70E48BAFF}"/>
              </a:ext>
            </a:extLst>
          </p:cNvPr>
          <p:cNvSpPr>
            <a:spLocks noGrp="1"/>
          </p:cNvSpPr>
          <p:nvPr>
            <p:ph sz="half" idx="14"/>
          </p:nvPr>
        </p:nvSpPr>
        <p:spPr>
          <a:xfrm>
            <a:off x="6298609" y="5120722"/>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26" name="Content Placeholder 10">
            <a:extLst>
              <a:ext uri="{FF2B5EF4-FFF2-40B4-BE49-F238E27FC236}">
                <a16:creationId xmlns:a16="http://schemas.microsoft.com/office/drawing/2014/main" id="{CEB4C3DB-E51E-4479-90C2-DFE5DB4B2482}"/>
              </a:ext>
            </a:extLst>
          </p:cNvPr>
          <p:cNvSpPr>
            <a:spLocks noGrp="1"/>
          </p:cNvSpPr>
          <p:nvPr>
            <p:ph sz="quarter" idx="24" hasCustomPrompt="1"/>
          </p:nvPr>
        </p:nvSpPr>
        <p:spPr>
          <a:xfrm>
            <a:off x="9260321" y="2370670"/>
            <a:ext cx="1856232" cy="1664208"/>
          </a:xfrm>
        </p:spPr>
        <p:txBody>
          <a:bodyPr>
            <a:noAutofit/>
          </a:bodyPr>
          <a:lstStyle>
            <a:lvl1pPr marL="0" indent="0" algn="ctr">
              <a:buNone/>
              <a:defRPr sz="1400"/>
            </a:lvl1pPr>
            <a:lvl2pPr marL="457200" indent="0">
              <a:buNone/>
              <a:defRPr sz="1200"/>
            </a:lvl2pPr>
            <a:lvl3pPr marL="914400" indent="0">
              <a:buNone/>
              <a:defRPr sz="1100"/>
            </a:lvl3pPr>
            <a:lvl4pPr marL="1371600" indent="0">
              <a:buNone/>
              <a:defRPr sz="1050"/>
            </a:lvl4pPr>
            <a:lvl5pPr marL="1828800" indent="0">
              <a:buNone/>
              <a:defRPr sz="1050"/>
            </a:lvl5pPr>
          </a:lstStyle>
          <a:p>
            <a:pPr lvl="0"/>
            <a:r>
              <a:rPr lang="en-US" dirty="0"/>
              <a:t>Click to add content</a:t>
            </a:r>
          </a:p>
        </p:txBody>
      </p:sp>
      <p:sp>
        <p:nvSpPr>
          <p:cNvPr id="14" name="Text Placeholder 2">
            <a:extLst>
              <a:ext uri="{FF2B5EF4-FFF2-40B4-BE49-F238E27FC236}">
                <a16:creationId xmlns:a16="http://schemas.microsoft.com/office/drawing/2014/main" id="{84A1E92D-A5BF-4268-BFF3-1418A1F03589}"/>
              </a:ext>
            </a:extLst>
          </p:cNvPr>
          <p:cNvSpPr>
            <a:spLocks noGrp="1"/>
          </p:cNvSpPr>
          <p:nvPr>
            <p:ph type="body" idx="15" hasCustomPrompt="1"/>
          </p:nvPr>
        </p:nvSpPr>
        <p:spPr>
          <a:xfrm>
            <a:off x="9023074" y="3788457"/>
            <a:ext cx="2330726" cy="804859"/>
          </a:xfrm>
        </p:spPr>
        <p:txBody>
          <a:bodyPr lIns="0" rIns="0" anchor="b">
            <a:noAutofit/>
          </a:bodyPr>
          <a:lstStyle>
            <a:lvl1pPr marL="0" indent="0" algn="ctr">
              <a:buNone/>
              <a:defRPr lang="en-US" sz="32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a:t>
            </a:r>
          </a:p>
        </p:txBody>
      </p:sp>
      <p:sp>
        <p:nvSpPr>
          <p:cNvPr id="23" name="Text Placeholder 2">
            <a:extLst>
              <a:ext uri="{FF2B5EF4-FFF2-40B4-BE49-F238E27FC236}">
                <a16:creationId xmlns:a16="http://schemas.microsoft.com/office/drawing/2014/main" id="{B6439AAC-8A96-4015-8A87-ED8DF7027B60}"/>
              </a:ext>
            </a:extLst>
          </p:cNvPr>
          <p:cNvSpPr>
            <a:spLocks noGrp="1"/>
          </p:cNvSpPr>
          <p:nvPr>
            <p:ph type="body" idx="20" hasCustomPrompt="1"/>
          </p:nvPr>
        </p:nvSpPr>
        <p:spPr>
          <a:xfrm>
            <a:off x="9023074" y="4464454"/>
            <a:ext cx="2330726" cy="438505"/>
          </a:xfrm>
        </p:spPr>
        <p:txBody>
          <a:bodyPr lIns="0" rIns="0" anchor="b">
            <a:noAutofit/>
          </a:bodyPr>
          <a:lstStyle>
            <a:lvl1pPr marL="0" indent="0" algn="ctr">
              <a:buNone/>
              <a:defRPr lang="en-US" sz="1400" kern="1200" spc="150" baseline="0" dirty="0" smtClean="0">
                <a:solidFill>
                  <a:schemeClr val="tx1">
                    <a:lumMod val="75000"/>
                    <a:lumOff val="25000"/>
                  </a:schemeClr>
                </a:solidFill>
                <a:latin typeface="+mj-lt"/>
                <a:ea typeface="+mj-ea"/>
                <a:cs typeface="+mj-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a:t>
            </a:r>
          </a:p>
        </p:txBody>
      </p:sp>
      <p:cxnSp>
        <p:nvCxnSpPr>
          <p:cNvPr id="16" name="Straight Connector 15">
            <a:extLst>
              <a:ext uri="{FF2B5EF4-FFF2-40B4-BE49-F238E27FC236}">
                <a16:creationId xmlns:a16="http://schemas.microsoft.com/office/drawing/2014/main" id="{463D7850-C2A6-43CE-BBE4-8E81A0A593BF}"/>
              </a:ext>
              <a:ext uri="{C183D7F6-B498-43B3-948B-1728B52AA6E4}">
                <adec:decorative xmlns:adec="http://schemas.microsoft.com/office/drawing/2017/decorative" val="1"/>
              </a:ext>
            </a:extLst>
          </p:cNvPr>
          <p:cNvCxnSpPr>
            <a:cxnSpLocks/>
          </p:cNvCxnSpPr>
          <p:nvPr/>
        </p:nvCxnSpPr>
        <p:spPr>
          <a:xfrm flipH="1">
            <a:off x="0" y="0"/>
            <a:ext cx="1238250" cy="1328057"/>
          </a:xfrm>
          <a:prstGeom prst="line">
            <a:avLst/>
          </a:prstGeom>
          <a:ln w="3175">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EBAD3E03-2E3B-440C-9105-6F9D33006D66}"/>
              </a:ext>
              <a:ext uri="{C183D7F6-B498-43B3-948B-1728B52AA6E4}">
                <adec:decorative xmlns:adec="http://schemas.microsoft.com/office/drawing/2017/decorative" val="1"/>
              </a:ext>
            </a:extLst>
          </p:cNvPr>
          <p:cNvCxnSpPr>
            <a:cxnSpLocks/>
          </p:cNvCxnSpPr>
          <p:nvPr/>
        </p:nvCxnSpPr>
        <p:spPr>
          <a:xfrm flipH="1">
            <a:off x="0" y="0"/>
            <a:ext cx="3790950" cy="892177"/>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15" name="Content Placeholder 3">
            <a:extLst>
              <a:ext uri="{FF2B5EF4-FFF2-40B4-BE49-F238E27FC236}">
                <a16:creationId xmlns:a16="http://schemas.microsoft.com/office/drawing/2014/main" id="{492F9083-A886-4EEB-94D6-1FAE6DC33000}"/>
              </a:ext>
            </a:extLst>
          </p:cNvPr>
          <p:cNvSpPr>
            <a:spLocks noGrp="1"/>
          </p:cNvSpPr>
          <p:nvPr>
            <p:ph sz="half" idx="16"/>
          </p:nvPr>
        </p:nvSpPr>
        <p:spPr>
          <a:xfrm>
            <a:off x="9023074" y="5120366"/>
            <a:ext cx="2330726" cy="853167"/>
          </a:xfrm>
        </p:spPr>
        <p:txBody>
          <a:bodyPr lIns="0" rIns="0">
            <a:normAutofit/>
          </a:bodyPr>
          <a:lstStyle>
            <a:lvl1pPr marL="0" indent="0" algn="ctr">
              <a:lnSpc>
                <a:spcPct val="100000"/>
              </a:lnSpc>
              <a:buNone/>
              <a:defRPr sz="1400" spc="50" baseline="0">
                <a:solidFill>
                  <a:schemeClr val="tx1">
                    <a:lumMod val="75000"/>
                    <a:lumOff val="25000"/>
                  </a:schemeClr>
                </a:solidFill>
              </a:defRPr>
            </a:lvl1pPr>
            <a:lvl2pPr marL="457200" indent="0">
              <a:lnSpc>
                <a:spcPct val="100000"/>
              </a:lnSpc>
              <a:buNone/>
              <a:defRPr sz="1400" spc="50" baseline="0"/>
            </a:lvl2pPr>
            <a:lvl3pPr marL="914400" indent="0">
              <a:lnSpc>
                <a:spcPct val="100000"/>
              </a:lnSpc>
              <a:buNone/>
              <a:defRPr sz="1400" spc="50" baseline="0"/>
            </a:lvl3pPr>
            <a:lvl4pPr marL="1371600" indent="0">
              <a:lnSpc>
                <a:spcPct val="100000"/>
              </a:lnSpc>
              <a:buNone/>
              <a:defRPr sz="1400" spc="50" baseline="0"/>
            </a:lvl4pPr>
            <a:lvl5pPr marL="1828800" indent="0">
              <a:lnSpc>
                <a:spcPct val="100000"/>
              </a:lnSpc>
              <a:buNone/>
              <a:defRPr sz="1400" spc="50" baseline="0"/>
            </a:lvl5pPr>
          </a:lstStyle>
          <a:p>
            <a:pPr lvl="0"/>
            <a:r>
              <a:rPr lang="en-US"/>
              <a:t>Click to edit Master text styles</a:t>
            </a:r>
          </a:p>
        </p:txBody>
      </p:sp>
      <p:sp>
        <p:nvSpPr>
          <p:cNvPr id="7" name="Date Placeholder 6">
            <a:extLst>
              <a:ext uri="{FF2B5EF4-FFF2-40B4-BE49-F238E27FC236}">
                <a16:creationId xmlns:a16="http://schemas.microsoft.com/office/drawing/2014/main" id="{F255C16C-AA88-4BBF-8040-11ECFED618E0}"/>
              </a:ext>
            </a:extLst>
          </p:cNvPr>
          <p:cNvSpPr>
            <a:spLocks noGrp="1"/>
          </p:cNvSpPr>
          <p:nvPr>
            <p:ph type="dt" sz="half" idx="10"/>
          </p:nvPr>
        </p:nvSpPr>
        <p:spPr/>
        <p:txBody>
          <a:bodyPr/>
          <a:lstStyle>
            <a:lvl1pPr>
              <a:defRPr sz="900"/>
            </a:lvl1pPr>
          </a:lstStyle>
          <a:p>
            <a:r>
              <a:rPr lang="en-US" dirty="0"/>
              <a:t>20XX</a:t>
            </a:r>
          </a:p>
        </p:txBody>
      </p:sp>
      <p:sp>
        <p:nvSpPr>
          <p:cNvPr id="8" name="Footer Placeholder 7">
            <a:extLst>
              <a:ext uri="{FF2B5EF4-FFF2-40B4-BE49-F238E27FC236}">
                <a16:creationId xmlns:a16="http://schemas.microsoft.com/office/drawing/2014/main" id="{CBE560E3-F935-488F-8F0E-191D7B6B54B8}"/>
              </a:ext>
            </a:extLst>
          </p:cNvPr>
          <p:cNvSpPr>
            <a:spLocks noGrp="1"/>
          </p:cNvSpPr>
          <p:nvPr>
            <p:ph type="ftr" sz="quarter" idx="11"/>
          </p:nvPr>
        </p:nvSpPr>
        <p:spPr/>
        <p:txBody>
          <a:bodyPr/>
          <a:lstStyle>
            <a:lvl1pPr>
              <a:defRPr sz="900"/>
            </a:lvl1pPr>
          </a:lstStyle>
          <a:p>
            <a:r>
              <a:rPr lang="en-US" dirty="0"/>
              <a:t>Pitch Deck</a:t>
            </a:r>
          </a:p>
        </p:txBody>
      </p:sp>
      <p:sp>
        <p:nvSpPr>
          <p:cNvPr id="9" name="Slide Number Placeholder 8">
            <a:extLst>
              <a:ext uri="{FF2B5EF4-FFF2-40B4-BE49-F238E27FC236}">
                <a16:creationId xmlns:a16="http://schemas.microsoft.com/office/drawing/2014/main" id="{9B9CD8B2-CC23-467F-B0EE-2CC06D6308BD}"/>
              </a:ext>
            </a:extLst>
          </p:cNvPr>
          <p:cNvSpPr>
            <a:spLocks noGrp="1"/>
          </p:cNvSpPr>
          <p:nvPr>
            <p:ph type="sldNum" sz="quarter" idx="12"/>
          </p:nvPr>
        </p:nvSpPr>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386696317"/>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secHead" preserve="1">
  <p:cSld name="Summ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821F-4537-4AE7-8829-C2E3AE60F6E1}"/>
              </a:ext>
            </a:extLst>
          </p:cNvPr>
          <p:cNvSpPr>
            <a:spLocks noGrp="1"/>
          </p:cNvSpPr>
          <p:nvPr>
            <p:ph type="title" hasCustomPrompt="1"/>
          </p:nvPr>
        </p:nvSpPr>
        <p:spPr>
          <a:xfrm>
            <a:off x="5476875" y="1671639"/>
            <a:ext cx="5111750" cy="1204912"/>
          </a:xfrm>
        </p:spPr>
        <p:txBody>
          <a:bodyPr anchor="b">
            <a:normAutofit/>
          </a:bodyPr>
          <a:lstStyle>
            <a:lvl1pPr>
              <a:defRPr lang="en-US" sz="2800" kern="1200" cap="all" spc="150" baseline="0" dirty="0">
                <a:solidFill>
                  <a:schemeClr val="tx1">
                    <a:lumMod val="75000"/>
                    <a:lumOff val="25000"/>
                  </a:schemeClr>
                </a:solidFill>
                <a:latin typeface="+mj-lt"/>
                <a:ea typeface="+mj-ea"/>
                <a:cs typeface="+mj-cs"/>
              </a:defRPr>
            </a:lvl1pPr>
          </a:lstStyle>
          <a:p>
            <a:r>
              <a:rPr lang="en-US"/>
              <a:t>CLICK TO EDIT MASTER TITLE STYLE</a:t>
            </a:r>
          </a:p>
        </p:txBody>
      </p:sp>
      <p:sp>
        <p:nvSpPr>
          <p:cNvPr id="3" name="Text Placeholder 2">
            <a:extLst>
              <a:ext uri="{FF2B5EF4-FFF2-40B4-BE49-F238E27FC236}">
                <a16:creationId xmlns:a16="http://schemas.microsoft.com/office/drawing/2014/main" id="{92FD4279-EA62-4397-878A-73F4948DB176}"/>
              </a:ext>
            </a:extLst>
          </p:cNvPr>
          <p:cNvSpPr>
            <a:spLocks noGrp="1"/>
          </p:cNvSpPr>
          <p:nvPr>
            <p:ph type="body" idx="1"/>
          </p:nvPr>
        </p:nvSpPr>
        <p:spPr>
          <a:xfrm>
            <a:off x="5476875" y="3682546"/>
            <a:ext cx="5111750" cy="1525588"/>
          </a:xfrm>
        </p:spPr>
        <p:txBody>
          <a:bodyPr anchor="b">
            <a:normAutofit/>
          </a:bodyPr>
          <a:lstStyle>
            <a:lvl1pPr marL="0" indent="0">
              <a:lnSpc>
                <a:spcPct val="100000"/>
              </a:lnSpc>
              <a:buNone/>
              <a:defRPr sz="1400" spc="50" baseline="0">
                <a:solidFill>
                  <a:schemeClr val="tx1">
                    <a:lumMod val="75000"/>
                    <a:lumOff val="2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cxnSp>
        <p:nvCxnSpPr>
          <p:cNvPr id="23" name="Straight Connector 22">
            <a:extLst>
              <a:ext uri="{FF2B5EF4-FFF2-40B4-BE49-F238E27FC236}">
                <a16:creationId xmlns:a16="http://schemas.microsoft.com/office/drawing/2014/main" id="{D87F08D6-2CA7-4A5A-BE34-07113DCA535D}"/>
              </a:ext>
            </a:extLst>
          </p:cNvPr>
          <p:cNvCxnSpPr>
            <a:cxnSpLocks/>
          </p:cNvCxnSpPr>
          <p:nvPr/>
        </p:nvCxnSpPr>
        <p:spPr>
          <a:xfrm flipH="1" flipV="1">
            <a:off x="0" y="876300"/>
            <a:ext cx="4762500" cy="1628775"/>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768C87F-B9C3-4DFF-8454-F3F52CE4346B}"/>
              </a:ext>
            </a:extLst>
          </p:cNvPr>
          <p:cNvCxnSpPr>
            <a:cxnSpLocks/>
          </p:cNvCxnSpPr>
          <p:nvPr/>
        </p:nvCxnSpPr>
        <p:spPr>
          <a:xfrm flipH="1" flipV="1">
            <a:off x="2638425" y="0"/>
            <a:ext cx="2124076" cy="5186363"/>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21" name="Date Placeholder 6">
            <a:extLst>
              <a:ext uri="{FF2B5EF4-FFF2-40B4-BE49-F238E27FC236}">
                <a16:creationId xmlns:a16="http://schemas.microsoft.com/office/drawing/2014/main" id="{71F34533-9677-48AF-9374-976825F4BB7E}"/>
              </a:ext>
            </a:extLst>
          </p:cNvPr>
          <p:cNvSpPr>
            <a:spLocks noGrp="1"/>
          </p:cNvSpPr>
          <p:nvPr>
            <p:ph type="dt" sz="half" idx="10"/>
          </p:nvPr>
        </p:nvSpPr>
        <p:spPr>
          <a:xfrm>
            <a:off x="838200" y="6356350"/>
            <a:ext cx="2743200" cy="365125"/>
          </a:xfrm>
        </p:spPr>
        <p:txBody>
          <a:bodyPr/>
          <a:lstStyle>
            <a:lvl1pPr>
              <a:defRPr sz="900"/>
            </a:lvl1pPr>
          </a:lstStyle>
          <a:p>
            <a:r>
              <a:rPr lang="en-US" dirty="0"/>
              <a:t>20XX</a:t>
            </a:r>
          </a:p>
        </p:txBody>
      </p:sp>
      <p:sp>
        <p:nvSpPr>
          <p:cNvPr id="22" name="Footer Placeholder 7">
            <a:extLst>
              <a:ext uri="{FF2B5EF4-FFF2-40B4-BE49-F238E27FC236}">
                <a16:creationId xmlns:a16="http://schemas.microsoft.com/office/drawing/2014/main" id="{4FAB8A26-B99E-4F96-8327-A932A14F2C03}"/>
              </a:ext>
            </a:extLst>
          </p:cNvPr>
          <p:cNvSpPr>
            <a:spLocks noGrp="1"/>
          </p:cNvSpPr>
          <p:nvPr>
            <p:ph type="ftr" sz="quarter" idx="11"/>
          </p:nvPr>
        </p:nvSpPr>
        <p:spPr>
          <a:xfrm>
            <a:off x="4038600" y="6356350"/>
            <a:ext cx="4114800" cy="365125"/>
          </a:xfrm>
        </p:spPr>
        <p:txBody>
          <a:bodyPr/>
          <a:lstStyle>
            <a:lvl1pPr>
              <a:defRPr sz="900"/>
            </a:lvl1pPr>
          </a:lstStyle>
          <a:p>
            <a:r>
              <a:rPr lang="en-US" dirty="0"/>
              <a:t>Pitch Deck</a:t>
            </a:r>
          </a:p>
        </p:txBody>
      </p:sp>
      <p:sp>
        <p:nvSpPr>
          <p:cNvPr id="24" name="Slide Number Placeholder 8">
            <a:extLst>
              <a:ext uri="{FF2B5EF4-FFF2-40B4-BE49-F238E27FC236}">
                <a16:creationId xmlns:a16="http://schemas.microsoft.com/office/drawing/2014/main" id="{EB0962D2-BCC3-48AB-A769-2A7327D29191}"/>
              </a:ext>
            </a:extLst>
          </p:cNvPr>
          <p:cNvSpPr>
            <a:spLocks noGrp="1"/>
          </p:cNvSpPr>
          <p:nvPr>
            <p:ph type="sldNum" sz="quarter" idx="12"/>
          </p:nvPr>
        </p:nvSpPr>
        <p:spPr>
          <a:xfrm>
            <a:off x="8610600" y="6356350"/>
            <a:ext cx="2743200"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1616316768"/>
      </p:ext>
    </p:extLst>
  </p:cSld>
  <p:clrMapOvr>
    <a:masterClrMapping/>
  </p:clrMapOvr>
  <p:extLst>
    <p:ext uri="{DCECCB84-F9BA-43D5-87BE-67443E8EF086}">
      <p15:sldGuideLst xmlns:p15="http://schemas.microsoft.com/office/powerpoint/2012/main">
        <p15:guide id="1" pos="300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Closing">
    <p:bg>
      <p:bgPr>
        <a:solidFill>
          <a:schemeClr val="accent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B3628-62D7-4A6D-A79F-34DE91DBA31E}"/>
              </a:ext>
            </a:extLst>
          </p:cNvPr>
          <p:cNvSpPr>
            <a:spLocks noGrp="1"/>
          </p:cNvSpPr>
          <p:nvPr>
            <p:ph type="ctrTitle" hasCustomPrompt="1"/>
          </p:nvPr>
        </p:nvSpPr>
        <p:spPr>
          <a:xfrm>
            <a:off x="4267200" y="1615736"/>
            <a:ext cx="4179570" cy="1524735"/>
          </a:xfrm>
        </p:spPr>
        <p:txBody>
          <a:bodyPr anchor="b">
            <a:noAutofit/>
          </a:bodyPr>
          <a:lstStyle>
            <a:lvl1pPr algn="l">
              <a:defRPr sz="3200" spc="150" baseline="0">
                <a:solidFill>
                  <a:schemeClr val="tx1">
                    <a:lumMod val="75000"/>
                    <a:lumOff val="25000"/>
                  </a:schemeClr>
                </a:solidFill>
              </a:defRPr>
            </a:lvl1pPr>
          </a:lstStyle>
          <a:p>
            <a:r>
              <a:rPr lang="en-US"/>
              <a:t>CLICK TO EDIT MASTER TITLE STYLE</a:t>
            </a:r>
          </a:p>
        </p:txBody>
      </p:sp>
      <p:sp>
        <p:nvSpPr>
          <p:cNvPr id="3" name="Subtitle 2">
            <a:extLst>
              <a:ext uri="{FF2B5EF4-FFF2-40B4-BE49-F238E27FC236}">
                <a16:creationId xmlns:a16="http://schemas.microsoft.com/office/drawing/2014/main" id="{55457758-A125-4CEA-A3D5-CBD010417BD2}"/>
              </a:ext>
            </a:extLst>
          </p:cNvPr>
          <p:cNvSpPr>
            <a:spLocks noGrp="1"/>
          </p:cNvSpPr>
          <p:nvPr>
            <p:ph type="subTitle" idx="1"/>
          </p:nvPr>
        </p:nvSpPr>
        <p:spPr>
          <a:xfrm>
            <a:off x="4267200" y="3238103"/>
            <a:ext cx="4179570" cy="2004161"/>
          </a:xfrm>
        </p:spPr>
        <p:txBody>
          <a:bodyPr>
            <a:normAutofit/>
          </a:bodyPr>
          <a:lstStyle>
            <a:lvl1pPr marL="0" indent="0" algn="l">
              <a:lnSpc>
                <a:spcPct val="150000"/>
              </a:lnSpc>
              <a:buNone/>
              <a:defRPr sz="1400" spc="50" baseline="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6" name="Graphic 5">
            <a:extLst>
              <a:ext uri="{FF2B5EF4-FFF2-40B4-BE49-F238E27FC236}">
                <a16:creationId xmlns:a16="http://schemas.microsoft.com/office/drawing/2014/main" id="{ED3361C9-310A-4255-A94E-B77588962DA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0" y="0"/>
            <a:ext cx="3176938" cy="6858000"/>
          </a:xfrm>
          <a:prstGeom prst="rect">
            <a:avLst/>
          </a:prstGeom>
        </p:spPr>
      </p:pic>
      <p:sp>
        <p:nvSpPr>
          <p:cNvPr id="9" name="Date Placeholder 6">
            <a:extLst>
              <a:ext uri="{FF2B5EF4-FFF2-40B4-BE49-F238E27FC236}">
                <a16:creationId xmlns:a16="http://schemas.microsoft.com/office/drawing/2014/main" id="{BF358517-D7B7-40D0-A9D0-B650C80898AC}"/>
              </a:ext>
            </a:extLst>
          </p:cNvPr>
          <p:cNvSpPr>
            <a:spLocks noGrp="1"/>
          </p:cNvSpPr>
          <p:nvPr>
            <p:ph type="dt" sz="half" idx="10"/>
          </p:nvPr>
        </p:nvSpPr>
        <p:spPr>
          <a:xfrm>
            <a:off x="4267200" y="6356350"/>
            <a:ext cx="1774371" cy="365125"/>
          </a:xfrm>
        </p:spPr>
        <p:txBody>
          <a:bodyPr/>
          <a:lstStyle>
            <a:lvl1pPr>
              <a:defRPr sz="900"/>
            </a:lvl1pPr>
          </a:lstStyle>
          <a:p>
            <a:r>
              <a:rPr lang="en-US" dirty="0"/>
              <a:t>20XX</a:t>
            </a:r>
          </a:p>
        </p:txBody>
      </p:sp>
      <p:sp>
        <p:nvSpPr>
          <p:cNvPr id="10" name="Footer Placeholder 7">
            <a:extLst>
              <a:ext uri="{FF2B5EF4-FFF2-40B4-BE49-F238E27FC236}">
                <a16:creationId xmlns:a16="http://schemas.microsoft.com/office/drawing/2014/main" id="{6026D44C-0B39-4DE1-A0FC-5615DDAAE3CE}"/>
              </a:ext>
            </a:extLst>
          </p:cNvPr>
          <p:cNvSpPr>
            <a:spLocks noGrp="1"/>
          </p:cNvSpPr>
          <p:nvPr>
            <p:ph type="ftr" sz="quarter" idx="11"/>
          </p:nvPr>
        </p:nvSpPr>
        <p:spPr>
          <a:xfrm>
            <a:off x="6479721" y="6356350"/>
            <a:ext cx="2661557" cy="365125"/>
          </a:xfrm>
        </p:spPr>
        <p:txBody>
          <a:bodyPr/>
          <a:lstStyle>
            <a:lvl1pPr>
              <a:defRPr sz="900"/>
            </a:lvl1pPr>
          </a:lstStyle>
          <a:p>
            <a:r>
              <a:rPr lang="en-US" dirty="0"/>
              <a:t>Pitch Deck</a:t>
            </a:r>
          </a:p>
        </p:txBody>
      </p:sp>
      <p:sp>
        <p:nvSpPr>
          <p:cNvPr id="11" name="Slide Number Placeholder 8">
            <a:extLst>
              <a:ext uri="{FF2B5EF4-FFF2-40B4-BE49-F238E27FC236}">
                <a16:creationId xmlns:a16="http://schemas.microsoft.com/office/drawing/2014/main" id="{0F8222B4-B618-42C4-8BDB-D2E4DF2F22C3}"/>
              </a:ext>
            </a:extLst>
          </p:cNvPr>
          <p:cNvSpPr>
            <a:spLocks noGrp="1"/>
          </p:cNvSpPr>
          <p:nvPr>
            <p:ph type="sldNum" sz="quarter" idx="12"/>
          </p:nvPr>
        </p:nvSpPr>
        <p:spPr>
          <a:xfrm>
            <a:off x="9579428" y="6356350"/>
            <a:ext cx="1774371" cy="365125"/>
          </a:xfrm>
        </p:spPr>
        <p:txBody>
          <a:bodyPr/>
          <a:lstStyle>
            <a:lvl1pPr>
              <a:defRPr sz="900"/>
            </a:lvl1pPr>
          </a:lstStyle>
          <a:p>
            <a:fld id="{B5CEABB6-07DC-46E8-9B57-56EC44A396E5}" type="slidenum">
              <a:rPr lang="en-US" smtClean="0"/>
              <a:t>‹#›</a:t>
            </a:fld>
            <a:endParaRPr lang="en-US" dirty="0"/>
          </a:p>
        </p:txBody>
      </p:sp>
    </p:spTree>
    <p:extLst>
      <p:ext uri="{BB962C8B-B14F-4D97-AF65-F5344CB8AC3E}">
        <p14:creationId xmlns:p14="http://schemas.microsoft.com/office/powerpoint/2010/main" val="429355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F4C17E5-24ED-44BC-BA50-02EF903552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833D101-3AF0-4F06-90ED-B83615C36CE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AE9FDE-AF95-49F8-A927-35A23C9E65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r>
              <a:rPr lang="en-US" dirty="0"/>
              <a:t>20XX</a:t>
            </a:r>
          </a:p>
        </p:txBody>
      </p:sp>
      <p:sp>
        <p:nvSpPr>
          <p:cNvPr id="5" name="Footer Placeholder 4">
            <a:extLst>
              <a:ext uri="{FF2B5EF4-FFF2-40B4-BE49-F238E27FC236}">
                <a16:creationId xmlns:a16="http://schemas.microsoft.com/office/drawing/2014/main" id="{CC2E900D-8FF9-4E80-860D-89C2D3B4E4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r>
              <a:rPr lang="en-US" dirty="0"/>
              <a:t>Pitch Deck</a:t>
            </a:r>
          </a:p>
        </p:txBody>
      </p:sp>
      <p:sp>
        <p:nvSpPr>
          <p:cNvPr id="6" name="Slide Number Placeholder 5">
            <a:extLst>
              <a:ext uri="{FF2B5EF4-FFF2-40B4-BE49-F238E27FC236}">
                <a16:creationId xmlns:a16="http://schemas.microsoft.com/office/drawing/2014/main" id="{F1A66A0C-1415-46A3-A1FF-BE18C70873E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5CEABB6-07DC-46E8-9B57-56EC44A396E5}" type="slidenum">
              <a:rPr lang="en-US" smtClean="0"/>
              <a:pPr/>
              <a:t>‹#›</a:t>
            </a:fld>
            <a:endParaRPr lang="en-US" dirty="0"/>
          </a:p>
        </p:txBody>
      </p:sp>
    </p:spTree>
    <p:extLst>
      <p:ext uri="{BB962C8B-B14F-4D97-AF65-F5344CB8AC3E}">
        <p14:creationId xmlns:p14="http://schemas.microsoft.com/office/powerpoint/2010/main" val="1928452137"/>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70" r:id="rId3"/>
    <p:sldLayoutId id="2147483688" r:id="rId4"/>
    <p:sldLayoutId id="2147483694" r:id="rId5"/>
    <p:sldLayoutId id="2147483697" r:id="rId6"/>
    <p:sldLayoutId id="2147483673" r:id="rId7"/>
    <p:sldLayoutId id="2147483676" r:id="rId8"/>
    <p:sldLayoutId id="2147483672" r:id="rId9"/>
    <p:sldLayoutId id="2147483699" r:id="rId10"/>
    <p:sldLayoutId id="2147483671" r:id="rId11"/>
    <p:sldLayoutId id="2147483685" r:id="rId12"/>
    <p:sldLayoutId id="2147483700" r:id="rId13"/>
    <p:sldLayoutId id="2147483701" r:id="rId14"/>
    <p:sldLayoutId id="2147483692" r:id="rId15"/>
    <p:sldLayoutId id="2147483681" r:id="rId16"/>
    <p:sldLayoutId id="2147483674" r:id="rId17"/>
    <p:sldLayoutId id="2147483675" r:id="rId18"/>
    <p:sldLayoutId id="2147483696" r:id="rId19"/>
    <p:sldLayoutId id="2147483677" r:id="rId20"/>
    <p:sldLayoutId id="2147483678" r:id="rId21"/>
  </p:sldLayoutIdLst>
  <p:hf hdr="0"/>
  <p:txStyles>
    <p:titleStyle>
      <a:lvl1pPr algn="l" defTabSz="914400" rtl="0" eaLnBrk="1" latinLnBrk="0" hangingPunct="1">
        <a:lnSpc>
          <a:spcPct val="90000"/>
        </a:lnSpc>
        <a:spcBef>
          <a:spcPct val="0"/>
        </a:spcBef>
        <a:buNone/>
        <a:defRPr sz="4400" kern="1200" cap="all" baseline="0">
          <a:solidFill>
            <a:schemeClr val="tx1">
              <a:lumMod val="75000"/>
              <a:lumOff val="25000"/>
            </a:schemeClr>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lumMod val="75000"/>
              <a:lumOff val="25000"/>
            </a:schemeClr>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lumMod val="75000"/>
              <a:lumOff val="25000"/>
            </a:schemeClr>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lumMod val="75000"/>
              <a:lumOff val="25000"/>
            </a:schemeClr>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lumMod val="75000"/>
              <a:lumOff val="25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17.xml"/><Relationship Id="rId5" Type="http://schemas.openxmlformats.org/officeDocument/2006/relationships/image" Target="../media/image19.jpeg"/><Relationship Id="rId4" Type="http://schemas.openxmlformats.org/officeDocument/2006/relationships/image" Target="../media/image18.jpeg"/></Relationships>
</file>

<file path=ppt/slides/_rels/slide17.xml.rels><?xml version="1.0" encoding="UTF-8" standalone="yes"?>
<Relationships xmlns="http://schemas.openxmlformats.org/package/2006/relationships"><Relationship Id="rId8" Type="http://schemas.openxmlformats.org/officeDocument/2006/relationships/image" Target="../media/image26.jpg"/><Relationship Id="rId3" Type="http://schemas.openxmlformats.org/officeDocument/2006/relationships/image" Target="../media/image21.jpg"/><Relationship Id="rId7" Type="http://schemas.openxmlformats.org/officeDocument/2006/relationships/image" Target="../media/image25.jpg"/><Relationship Id="rId2" Type="http://schemas.openxmlformats.org/officeDocument/2006/relationships/image" Target="../media/image20.jpg"/><Relationship Id="rId1" Type="http://schemas.openxmlformats.org/officeDocument/2006/relationships/slideLayout" Target="../slideLayouts/slideLayout18.xml"/><Relationship Id="rId6" Type="http://schemas.openxmlformats.org/officeDocument/2006/relationships/image" Target="../media/image24.jpg"/><Relationship Id="rId5" Type="http://schemas.openxmlformats.org/officeDocument/2006/relationships/image" Target="../media/image23.jpg"/><Relationship Id="rId4" Type="http://schemas.openxmlformats.org/officeDocument/2006/relationships/image" Target="../media/image22.jpg"/><Relationship Id="rId9" Type="http://schemas.openxmlformats.org/officeDocument/2006/relationships/image" Target="../media/image27.jpg"/></Relationships>
</file>

<file path=ppt/slides/_rels/slide1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chart" Target="../charts/chart2.xml"/><Relationship Id="rId1" Type="http://schemas.openxmlformats.org/officeDocument/2006/relationships/slideLayout" Target="../slideLayouts/slideLayout19.xml"/><Relationship Id="rId5" Type="http://schemas.openxmlformats.org/officeDocument/2006/relationships/chart" Target="../charts/chart5.xml"/><Relationship Id="rId4" Type="http://schemas.openxmlformats.org/officeDocument/2006/relationships/chart" Target="../charts/char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15C6-3AD0-46E6-A74A-1967BD91AF50}"/>
              </a:ext>
            </a:extLst>
          </p:cNvPr>
          <p:cNvSpPr>
            <a:spLocks noGrp="1"/>
          </p:cNvSpPr>
          <p:nvPr>
            <p:ph type="ctrTitle"/>
          </p:nvPr>
        </p:nvSpPr>
        <p:spPr>
          <a:xfrm>
            <a:off x="6819901" y="3556000"/>
            <a:ext cx="5232400" cy="1239042"/>
          </a:xfrm>
        </p:spPr>
        <p:txBody>
          <a:bodyPr/>
          <a:lstStyle/>
          <a:p>
            <a:r>
              <a:rPr lang="en-US" b="1" cap="none" spc="0" dirty="0">
                <a:ln w="0"/>
                <a:solidFill>
                  <a:srgbClr val="002060"/>
                </a:solidFill>
              </a:rPr>
              <a:t>Customer Behaviour analytics</a:t>
            </a:r>
          </a:p>
        </p:txBody>
      </p:sp>
      <p:sp>
        <p:nvSpPr>
          <p:cNvPr id="6" name="TextBox 5">
            <a:extLst>
              <a:ext uri="{FF2B5EF4-FFF2-40B4-BE49-F238E27FC236}">
                <a16:creationId xmlns:a16="http://schemas.microsoft.com/office/drawing/2014/main" id="{7522B450-9BD9-CB91-4F8C-79634C896E71}"/>
              </a:ext>
            </a:extLst>
          </p:cNvPr>
          <p:cNvSpPr txBox="1"/>
          <p:nvPr/>
        </p:nvSpPr>
        <p:spPr>
          <a:xfrm>
            <a:off x="6819901" y="4914900"/>
            <a:ext cx="3187700" cy="923330"/>
          </a:xfrm>
          <a:prstGeom prst="rect">
            <a:avLst/>
          </a:prstGeom>
          <a:noFill/>
        </p:spPr>
        <p:txBody>
          <a:bodyPr wrap="square" rtlCol="0">
            <a:spAutoFit/>
          </a:bodyPr>
          <a:lstStyle/>
          <a:p>
            <a:r>
              <a:rPr lang="en-US" b="1" dirty="0">
                <a:solidFill>
                  <a:srgbClr val="002060"/>
                </a:solidFill>
              </a:rPr>
              <a:t>Tharun</a:t>
            </a:r>
          </a:p>
          <a:p>
            <a:r>
              <a:rPr lang="en-US" b="1" dirty="0">
                <a:solidFill>
                  <a:srgbClr val="002060"/>
                </a:solidFill>
              </a:rPr>
              <a:t>Guide : Azra Mam</a:t>
            </a:r>
          </a:p>
          <a:p>
            <a:endParaRPr lang="en-US" dirty="0"/>
          </a:p>
        </p:txBody>
      </p:sp>
    </p:spTree>
    <p:extLst>
      <p:ext uri="{BB962C8B-B14F-4D97-AF65-F5344CB8AC3E}">
        <p14:creationId xmlns:p14="http://schemas.microsoft.com/office/powerpoint/2010/main" val="1642425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19F29B-F233-48AF-8261-F33A4E079E3E}"/>
              </a:ext>
              <a:ext uri="{C183D7F6-B498-43B3-948B-1728B52AA6E4}">
                <adec:decorative xmlns:adec="http://schemas.microsoft.com/office/drawing/2017/decorative" val="0"/>
              </a:ext>
            </a:extLst>
          </p:cNvPr>
          <p:cNvSpPr>
            <a:spLocks noGrp="1"/>
          </p:cNvSpPr>
          <p:nvPr>
            <p:ph type="title"/>
          </p:nvPr>
        </p:nvSpPr>
        <p:spPr>
          <a:xfrm>
            <a:off x="161245" y="136525"/>
            <a:ext cx="4314824" cy="546100"/>
          </a:xfrm>
          <a:ln>
            <a:solidFill>
              <a:schemeClr val="bg2"/>
            </a:solidFill>
          </a:ln>
        </p:spPr>
        <p:txBody>
          <a:bodyPr/>
          <a:lstStyle/>
          <a:p>
            <a:r>
              <a:rPr lang="en-US" dirty="0"/>
              <a:t>Problem Statements</a:t>
            </a:r>
          </a:p>
        </p:txBody>
      </p:sp>
      <p:sp>
        <p:nvSpPr>
          <p:cNvPr id="3" name="Subtitle 2">
            <a:extLst>
              <a:ext uri="{FF2B5EF4-FFF2-40B4-BE49-F238E27FC236}">
                <a16:creationId xmlns:a16="http://schemas.microsoft.com/office/drawing/2014/main" id="{35E3EA69-4E0E-41BD-8095-A124225A2647}"/>
              </a:ext>
              <a:ext uri="{C183D7F6-B498-43B3-948B-1728B52AA6E4}">
                <adec:decorative xmlns:adec="http://schemas.microsoft.com/office/drawing/2017/decorative" val="0"/>
              </a:ext>
            </a:extLst>
          </p:cNvPr>
          <p:cNvSpPr>
            <a:spLocks noGrp="1"/>
          </p:cNvSpPr>
          <p:nvPr>
            <p:ph idx="1"/>
          </p:nvPr>
        </p:nvSpPr>
        <p:spPr>
          <a:xfrm>
            <a:off x="214930" y="815975"/>
            <a:ext cx="5881069" cy="5905500"/>
          </a:xfrm>
        </p:spPr>
        <p:txBody>
          <a:bodyPr>
            <a:normAutofit fontScale="62500" lnSpcReduction="20000"/>
          </a:bodyPr>
          <a:lstStyle/>
          <a:p>
            <a:r>
              <a:rPr lang="en-US" sz="2900" dirty="0">
                <a:solidFill>
                  <a:schemeClr val="tx1"/>
                </a:solidFill>
              </a:rPr>
              <a:t>1. Which category and items generate the highest revenue?</a:t>
            </a:r>
          </a:p>
          <a:p>
            <a:r>
              <a:rPr lang="en-US" sz="2900" dirty="0">
                <a:solidFill>
                  <a:schemeClr val="tx1"/>
                </a:solidFill>
              </a:rPr>
              <a:t>2. How does customer gender split affect spending patterns?</a:t>
            </a:r>
          </a:p>
          <a:p>
            <a:r>
              <a:rPr lang="en-US" sz="2900" dirty="0">
                <a:solidFill>
                  <a:schemeClr val="tx1"/>
                </a:solidFill>
              </a:rPr>
              <a:t>3. Which season drives the most revenue?</a:t>
            </a:r>
          </a:p>
          <a:p>
            <a:r>
              <a:rPr lang="en-US" sz="2900" dirty="0">
                <a:solidFill>
                  <a:schemeClr val="tx1"/>
                </a:solidFill>
              </a:rPr>
              <a:t>4. Which locations contribute the most to total revenue?</a:t>
            </a:r>
          </a:p>
          <a:p>
            <a:r>
              <a:rPr lang="en-US" sz="2900" dirty="0">
                <a:solidFill>
                  <a:schemeClr val="tx1"/>
                </a:solidFill>
              </a:rPr>
              <a:t>5. Does payment method influence total revenue generated?</a:t>
            </a:r>
          </a:p>
          <a:p>
            <a:r>
              <a:rPr lang="en-US" sz="2900" dirty="0">
                <a:solidFill>
                  <a:schemeClr val="tx1"/>
                </a:solidFill>
              </a:rPr>
              <a:t>6. Does subscription status impact customer spending?</a:t>
            </a:r>
          </a:p>
          <a:p>
            <a:r>
              <a:rPr lang="en-US" sz="2900" dirty="0">
                <a:solidFill>
                  <a:schemeClr val="tx1"/>
                </a:solidFill>
              </a:rPr>
              <a:t>7. Which shipping type do customers prefer most?</a:t>
            </a:r>
          </a:p>
          <a:p>
            <a:r>
              <a:rPr lang="en-US" sz="2900" dirty="0">
                <a:solidFill>
                  <a:schemeClr val="tx1"/>
                </a:solidFill>
              </a:rPr>
              <a:t>8. How does purchase frequency relate to customer value?</a:t>
            </a:r>
          </a:p>
          <a:p>
            <a:r>
              <a:rPr lang="en-US" sz="2900" dirty="0">
                <a:solidFill>
                  <a:schemeClr val="tx1"/>
                </a:solidFill>
              </a:rPr>
              <a:t>9. Does gender affect category-wise spending differently?</a:t>
            </a:r>
          </a:p>
          <a:p>
            <a:br>
              <a:rPr lang="en-US" sz="2900" dirty="0">
                <a:solidFill>
                  <a:schemeClr val="tx1"/>
                </a:solidFill>
              </a:rPr>
            </a:br>
            <a:endParaRPr lang="en-US" sz="2900" dirty="0">
              <a:solidFill>
                <a:schemeClr val="tx1"/>
              </a:solidFill>
            </a:endParaRPr>
          </a:p>
          <a:p>
            <a:endParaRPr lang="en-US" dirty="0"/>
          </a:p>
        </p:txBody>
      </p:sp>
    </p:spTree>
    <p:extLst>
      <p:ext uri="{BB962C8B-B14F-4D97-AF65-F5344CB8AC3E}">
        <p14:creationId xmlns:p14="http://schemas.microsoft.com/office/powerpoint/2010/main" val="2243494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TextBox 28">
            <a:extLst>
              <a:ext uri="{FF2B5EF4-FFF2-40B4-BE49-F238E27FC236}">
                <a16:creationId xmlns:a16="http://schemas.microsoft.com/office/drawing/2014/main" id="{5E4229AF-CBBD-DF73-8518-0F2AB89571F6}"/>
              </a:ext>
            </a:extLst>
          </p:cNvPr>
          <p:cNvSpPr txBox="1"/>
          <p:nvPr/>
        </p:nvSpPr>
        <p:spPr>
          <a:xfrm>
            <a:off x="98612" y="0"/>
            <a:ext cx="4356100" cy="1354217"/>
          </a:xfrm>
          <a:prstGeom prst="rect">
            <a:avLst/>
          </a:prstGeom>
          <a:noFill/>
        </p:spPr>
        <p:txBody>
          <a:bodyPr wrap="square" rtlCol="0">
            <a:spAutoFit/>
          </a:bodyPr>
          <a:lstStyle/>
          <a:p>
            <a:r>
              <a:rPr lang="en-US" sz="2800" b="1" dirty="0">
                <a:solidFill>
                  <a:schemeClr val="accent5"/>
                </a:solidFill>
              </a:rPr>
              <a:t>Dataset overview</a:t>
            </a:r>
          </a:p>
          <a:p>
            <a:r>
              <a:rPr lang="en-US" b="1" dirty="0"/>
              <a:t>Customer Shopping Behavior · Shop Sense Analytics</a:t>
            </a:r>
          </a:p>
          <a:p>
            <a:endParaRPr lang="en-US" dirty="0"/>
          </a:p>
        </p:txBody>
      </p:sp>
      <p:sp>
        <p:nvSpPr>
          <p:cNvPr id="31" name="TextBox 30">
            <a:extLst>
              <a:ext uri="{FF2B5EF4-FFF2-40B4-BE49-F238E27FC236}">
                <a16:creationId xmlns:a16="http://schemas.microsoft.com/office/drawing/2014/main" id="{ECBB54C0-DA85-C18D-1B86-93400035362B}"/>
              </a:ext>
            </a:extLst>
          </p:cNvPr>
          <p:cNvSpPr txBox="1"/>
          <p:nvPr/>
        </p:nvSpPr>
        <p:spPr>
          <a:xfrm>
            <a:off x="98612" y="1192852"/>
            <a:ext cx="2117910" cy="671979"/>
          </a:xfrm>
          <a:prstGeom prst="rect">
            <a:avLst/>
          </a:prstGeom>
          <a:noFill/>
          <a:ln>
            <a:solidFill>
              <a:schemeClr val="tx1"/>
            </a:solidFill>
          </a:ln>
        </p:spPr>
        <p:txBody>
          <a:bodyPr wrap="square">
            <a:spAutoFit/>
          </a:bodyPr>
          <a:lstStyle/>
          <a:p>
            <a:pPr algn="ctr">
              <a:buNone/>
            </a:pPr>
            <a:r>
              <a:rPr lang="en-US" b="1" i="0" dirty="0">
                <a:solidFill>
                  <a:srgbClr val="60A5FA"/>
                </a:solidFill>
                <a:effectLst/>
                <a:latin typeface="Anthropic Sans"/>
              </a:rPr>
              <a:t>5,050</a:t>
            </a:r>
          </a:p>
          <a:p>
            <a:pPr algn="ctr">
              <a:spcBef>
                <a:spcPts val="150"/>
              </a:spcBef>
              <a:buNone/>
            </a:pPr>
            <a:r>
              <a:rPr lang="en-US" b="1" i="0" cap="all" dirty="0">
                <a:solidFill>
                  <a:srgbClr val="666666"/>
                </a:solidFill>
                <a:effectLst/>
                <a:latin typeface="Anthropic Sans"/>
              </a:rPr>
              <a:t>Total Customers</a:t>
            </a:r>
          </a:p>
        </p:txBody>
      </p:sp>
      <p:sp>
        <p:nvSpPr>
          <p:cNvPr id="33" name="TextBox 32">
            <a:extLst>
              <a:ext uri="{FF2B5EF4-FFF2-40B4-BE49-F238E27FC236}">
                <a16:creationId xmlns:a16="http://schemas.microsoft.com/office/drawing/2014/main" id="{90F85DD4-8BE9-2077-6862-7047ECD75585}"/>
              </a:ext>
            </a:extLst>
          </p:cNvPr>
          <p:cNvSpPr txBox="1"/>
          <p:nvPr/>
        </p:nvSpPr>
        <p:spPr>
          <a:xfrm>
            <a:off x="3824940" y="1188916"/>
            <a:ext cx="1714498" cy="671979"/>
          </a:xfrm>
          <a:prstGeom prst="rect">
            <a:avLst/>
          </a:prstGeom>
          <a:noFill/>
          <a:ln>
            <a:solidFill>
              <a:schemeClr val="tx1"/>
            </a:solidFill>
          </a:ln>
        </p:spPr>
        <p:txBody>
          <a:bodyPr wrap="square">
            <a:spAutoFit/>
          </a:bodyPr>
          <a:lstStyle/>
          <a:p>
            <a:pPr algn="ctr">
              <a:buNone/>
            </a:pPr>
            <a:r>
              <a:rPr lang="en-US" b="1" i="0" dirty="0">
                <a:solidFill>
                  <a:srgbClr val="34D399"/>
                </a:solidFill>
                <a:effectLst/>
                <a:latin typeface="Anthropic Sans"/>
              </a:rPr>
              <a:t>17</a:t>
            </a:r>
          </a:p>
          <a:p>
            <a:pPr algn="ctr">
              <a:spcBef>
                <a:spcPts val="150"/>
              </a:spcBef>
              <a:buNone/>
            </a:pPr>
            <a:r>
              <a:rPr lang="en-US" b="1" i="0" cap="all" dirty="0">
                <a:solidFill>
                  <a:srgbClr val="666666"/>
                </a:solidFill>
                <a:effectLst/>
                <a:latin typeface="Anthropic Sans"/>
              </a:rPr>
              <a:t>Variables</a:t>
            </a:r>
          </a:p>
        </p:txBody>
      </p:sp>
      <p:sp>
        <p:nvSpPr>
          <p:cNvPr id="35" name="TextBox 34">
            <a:extLst>
              <a:ext uri="{FF2B5EF4-FFF2-40B4-BE49-F238E27FC236}">
                <a16:creationId xmlns:a16="http://schemas.microsoft.com/office/drawing/2014/main" id="{4E551387-6FFB-E997-548F-EB18069A6BE0}"/>
              </a:ext>
            </a:extLst>
          </p:cNvPr>
          <p:cNvSpPr txBox="1"/>
          <p:nvPr/>
        </p:nvSpPr>
        <p:spPr>
          <a:xfrm>
            <a:off x="6920379" y="1192852"/>
            <a:ext cx="1956546" cy="671979"/>
          </a:xfrm>
          <a:prstGeom prst="rect">
            <a:avLst/>
          </a:prstGeom>
          <a:noFill/>
          <a:ln>
            <a:solidFill>
              <a:schemeClr val="tx1"/>
            </a:solidFill>
          </a:ln>
        </p:spPr>
        <p:txBody>
          <a:bodyPr wrap="square">
            <a:spAutoFit/>
          </a:bodyPr>
          <a:lstStyle/>
          <a:p>
            <a:pPr algn="ctr">
              <a:buNone/>
            </a:pPr>
            <a:r>
              <a:rPr lang="en-US" b="1" i="0" dirty="0">
                <a:solidFill>
                  <a:srgbClr val="FBBF24"/>
                </a:solidFill>
                <a:effectLst/>
                <a:latin typeface="Anthropic Sans"/>
              </a:rPr>
              <a:t>$650,583</a:t>
            </a:r>
          </a:p>
          <a:p>
            <a:pPr algn="ctr">
              <a:spcBef>
                <a:spcPts val="150"/>
              </a:spcBef>
              <a:buNone/>
            </a:pPr>
            <a:r>
              <a:rPr lang="en-US" b="1" i="0" cap="all" dirty="0">
                <a:solidFill>
                  <a:srgbClr val="666666"/>
                </a:solidFill>
                <a:effectLst/>
                <a:latin typeface="Anthropic Sans"/>
              </a:rPr>
              <a:t>Total Revenue</a:t>
            </a:r>
          </a:p>
        </p:txBody>
      </p:sp>
      <p:sp>
        <p:nvSpPr>
          <p:cNvPr id="37" name="TextBox 36">
            <a:extLst>
              <a:ext uri="{FF2B5EF4-FFF2-40B4-BE49-F238E27FC236}">
                <a16:creationId xmlns:a16="http://schemas.microsoft.com/office/drawing/2014/main" id="{904E2211-B217-1E62-AC22-AF64F4B1D816}"/>
              </a:ext>
            </a:extLst>
          </p:cNvPr>
          <p:cNvSpPr txBox="1"/>
          <p:nvPr/>
        </p:nvSpPr>
        <p:spPr>
          <a:xfrm>
            <a:off x="10136842" y="1192852"/>
            <a:ext cx="1956546" cy="671979"/>
          </a:xfrm>
          <a:prstGeom prst="rect">
            <a:avLst/>
          </a:prstGeom>
          <a:noFill/>
          <a:ln>
            <a:solidFill>
              <a:schemeClr val="tx1"/>
            </a:solidFill>
          </a:ln>
        </p:spPr>
        <p:txBody>
          <a:bodyPr wrap="square">
            <a:spAutoFit/>
          </a:bodyPr>
          <a:lstStyle/>
          <a:p>
            <a:pPr algn="ctr">
              <a:buNone/>
            </a:pPr>
            <a:r>
              <a:rPr lang="en-US" b="1" i="0" dirty="0">
                <a:solidFill>
                  <a:srgbClr val="F472B6"/>
                </a:solidFill>
                <a:effectLst/>
                <a:latin typeface="Anthropic Sans"/>
              </a:rPr>
              <a:t>18 – 70</a:t>
            </a:r>
          </a:p>
          <a:p>
            <a:pPr algn="ctr">
              <a:spcBef>
                <a:spcPts val="150"/>
              </a:spcBef>
              <a:buNone/>
            </a:pPr>
            <a:r>
              <a:rPr lang="en-US" b="1" i="0" cap="all" dirty="0">
                <a:solidFill>
                  <a:srgbClr val="666666"/>
                </a:solidFill>
                <a:effectLst/>
                <a:latin typeface="Anthropic Sans"/>
              </a:rPr>
              <a:t>Age Range</a:t>
            </a:r>
          </a:p>
        </p:txBody>
      </p:sp>
      <p:sp>
        <p:nvSpPr>
          <p:cNvPr id="39" name="TextBox 38">
            <a:extLst>
              <a:ext uri="{FF2B5EF4-FFF2-40B4-BE49-F238E27FC236}">
                <a16:creationId xmlns:a16="http://schemas.microsoft.com/office/drawing/2014/main" id="{B2555127-89A1-4CE6-25B5-222347C5FFFD}"/>
              </a:ext>
            </a:extLst>
          </p:cNvPr>
          <p:cNvSpPr txBox="1"/>
          <p:nvPr/>
        </p:nvSpPr>
        <p:spPr>
          <a:xfrm>
            <a:off x="102348" y="1990724"/>
            <a:ext cx="5800911" cy="2133918"/>
          </a:xfrm>
          <a:prstGeom prst="rect">
            <a:avLst/>
          </a:prstGeom>
          <a:noFill/>
          <a:ln>
            <a:solidFill>
              <a:schemeClr val="tx1"/>
            </a:solidFill>
          </a:ln>
        </p:spPr>
        <p:txBody>
          <a:bodyPr wrap="square">
            <a:spAutoFit/>
          </a:bodyPr>
          <a:lstStyle/>
          <a:p>
            <a:pPr algn="l">
              <a:spcAft>
                <a:spcPts val="750"/>
              </a:spcAft>
              <a:buNone/>
            </a:pPr>
            <a:r>
              <a:rPr lang="en-US" b="1" i="0" dirty="0">
                <a:solidFill>
                  <a:schemeClr val="accent5"/>
                </a:solidFill>
                <a:effectLst/>
                <a:highlight>
                  <a:srgbClr val="E9E6DF"/>
                </a:highlight>
                <a:latin typeface="Anthropic Sans"/>
              </a:rPr>
              <a:t>Category breakdown</a:t>
            </a:r>
          </a:p>
          <a:p>
            <a:pPr algn="l">
              <a:buNone/>
            </a:pPr>
            <a:r>
              <a:rPr lang="en-US" b="1" i="0" dirty="0">
                <a:solidFill>
                  <a:schemeClr val="accent4"/>
                </a:solidFill>
                <a:effectLst/>
                <a:latin typeface="Anthropic Sans"/>
              </a:rPr>
              <a:t>Category 5  </a:t>
            </a:r>
            <a:r>
              <a:rPr lang="en-US" b="1" i="0" dirty="0">
                <a:solidFill>
                  <a:schemeClr val="bg1">
                    <a:lumMod val="50000"/>
                  </a:schemeClr>
                </a:solidFill>
                <a:effectLst/>
                <a:latin typeface="Anthropic Sans"/>
              </a:rPr>
              <a:t>(Clothing, Accessories, Outerwear, Electronics, Footwear)</a:t>
            </a:r>
          </a:p>
          <a:p>
            <a:pPr algn="l">
              <a:buNone/>
            </a:pPr>
            <a:r>
              <a:rPr lang="en-US" b="1" i="0" dirty="0">
                <a:solidFill>
                  <a:schemeClr val="accent4"/>
                </a:solidFill>
                <a:effectLst/>
                <a:latin typeface="Anthropic Sans"/>
              </a:rPr>
              <a:t>Gender 3  </a:t>
            </a:r>
            <a:r>
              <a:rPr lang="en-US" b="1" i="0" dirty="0">
                <a:solidFill>
                  <a:schemeClr val="bg1">
                    <a:lumMod val="50000"/>
                  </a:schemeClr>
                </a:solidFill>
                <a:effectLst/>
                <a:latin typeface="Anthropic Sans"/>
              </a:rPr>
              <a:t>(Female, Male, Other)</a:t>
            </a:r>
          </a:p>
          <a:p>
            <a:pPr algn="l">
              <a:buNone/>
            </a:pPr>
            <a:r>
              <a:rPr lang="en-US" b="1" i="0" dirty="0">
                <a:solidFill>
                  <a:schemeClr val="accent4"/>
                </a:solidFill>
                <a:effectLst/>
                <a:latin typeface="Anthropic Sans"/>
              </a:rPr>
              <a:t>Season 5  </a:t>
            </a:r>
            <a:r>
              <a:rPr lang="en-US" b="1" i="0" dirty="0">
                <a:solidFill>
                  <a:schemeClr val="bg1">
                    <a:lumMod val="50000"/>
                  </a:schemeClr>
                </a:solidFill>
                <a:effectLst/>
                <a:latin typeface="Anthropic Sans"/>
              </a:rPr>
              <a:t>(Winter, Spring, Fall, Summer, Autumn)</a:t>
            </a:r>
          </a:p>
          <a:p>
            <a:pPr algn="l">
              <a:buNone/>
            </a:pPr>
            <a:r>
              <a:rPr lang="en-US" b="1" i="0" dirty="0">
                <a:solidFill>
                  <a:schemeClr val="accent4"/>
                </a:solidFill>
                <a:effectLst/>
                <a:latin typeface="Anthropic Sans"/>
              </a:rPr>
              <a:t>Items purchased 30  </a:t>
            </a:r>
            <a:r>
              <a:rPr lang="en-US" b="1" i="0" dirty="0">
                <a:solidFill>
                  <a:schemeClr val="bg1">
                    <a:lumMod val="50000"/>
                  </a:schemeClr>
                </a:solidFill>
                <a:effectLst/>
                <a:latin typeface="Anthropic Sans"/>
              </a:rPr>
              <a:t>unique items</a:t>
            </a:r>
          </a:p>
          <a:p>
            <a:pPr algn="l">
              <a:buNone/>
            </a:pPr>
            <a:r>
              <a:rPr lang="en-US" b="1" i="0" dirty="0">
                <a:solidFill>
                  <a:schemeClr val="accent4"/>
                </a:solidFill>
                <a:effectLst/>
                <a:latin typeface="Anthropic Sans"/>
              </a:rPr>
              <a:t>Locations 54  </a:t>
            </a:r>
            <a:r>
              <a:rPr lang="en-US" b="1" i="0" dirty="0">
                <a:solidFill>
                  <a:schemeClr val="bg1">
                    <a:lumMod val="50000"/>
                  </a:schemeClr>
                </a:solidFill>
                <a:effectLst/>
                <a:latin typeface="Anthropic Sans"/>
              </a:rPr>
              <a:t>unique locations</a:t>
            </a:r>
          </a:p>
        </p:txBody>
      </p:sp>
      <p:sp>
        <p:nvSpPr>
          <p:cNvPr id="41" name="TextBox 40">
            <a:extLst>
              <a:ext uri="{FF2B5EF4-FFF2-40B4-BE49-F238E27FC236}">
                <a16:creationId xmlns:a16="http://schemas.microsoft.com/office/drawing/2014/main" id="{C13004D5-880F-165A-B963-7620D8FDE246}"/>
              </a:ext>
            </a:extLst>
          </p:cNvPr>
          <p:cNvSpPr txBox="1"/>
          <p:nvPr/>
        </p:nvSpPr>
        <p:spPr>
          <a:xfrm>
            <a:off x="6096000" y="2267723"/>
            <a:ext cx="5993652" cy="1856919"/>
          </a:xfrm>
          <a:prstGeom prst="rect">
            <a:avLst/>
          </a:prstGeom>
          <a:noFill/>
          <a:ln>
            <a:solidFill>
              <a:schemeClr val="tx1">
                <a:lumMod val="75000"/>
                <a:lumOff val="25000"/>
              </a:schemeClr>
            </a:solidFill>
          </a:ln>
        </p:spPr>
        <p:txBody>
          <a:bodyPr wrap="square">
            <a:spAutoFit/>
          </a:bodyPr>
          <a:lstStyle/>
          <a:p>
            <a:pPr algn="l">
              <a:spcAft>
                <a:spcPts val="750"/>
              </a:spcAft>
              <a:buNone/>
            </a:pPr>
            <a:r>
              <a:rPr lang="en-US" b="1" i="0" dirty="0">
                <a:solidFill>
                  <a:schemeClr val="accent5"/>
                </a:solidFill>
                <a:effectLst/>
                <a:latin typeface="Anthropic Sans"/>
              </a:rPr>
              <a:t>Shopping behavior fields</a:t>
            </a:r>
          </a:p>
          <a:p>
            <a:pPr algn="l">
              <a:buNone/>
            </a:pPr>
            <a:r>
              <a:rPr lang="en-US" b="1" i="0" dirty="0">
                <a:solidFill>
                  <a:schemeClr val="accent4"/>
                </a:solidFill>
                <a:effectLst/>
                <a:latin typeface="Anthropic Sans"/>
              </a:rPr>
              <a:t>Payment method  </a:t>
            </a:r>
            <a:r>
              <a:rPr lang="en-US" b="1" i="0" dirty="0">
                <a:solidFill>
                  <a:schemeClr val="bg1">
                    <a:lumMod val="50000"/>
                  </a:schemeClr>
                </a:solidFill>
                <a:effectLst/>
                <a:latin typeface="Anthropic Sans"/>
              </a:rPr>
              <a:t>6 types</a:t>
            </a:r>
          </a:p>
          <a:p>
            <a:pPr algn="l">
              <a:buNone/>
            </a:pPr>
            <a:r>
              <a:rPr lang="en-US" b="1" i="0" dirty="0">
                <a:solidFill>
                  <a:schemeClr val="accent4"/>
                </a:solidFill>
                <a:effectLst/>
                <a:latin typeface="Anthropic Sans"/>
              </a:rPr>
              <a:t>Shipping type </a:t>
            </a:r>
            <a:r>
              <a:rPr lang="en-US" b="1" i="0" dirty="0">
                <a:solidFill>
                  <a:schemeClr val="bg1">
                    <a:lumMod val="50000"/>
                  </a:schemeClr>
                </a:solidFill>
                <a:effectLst/>
                <a:latin typeface="Anthropic Sans"/>
              </a:rPr>
              <a:t> 6 types</a:t>
            </a:r>
          </a:p>
          <a:p>
            <a:pPr algn="l">
              <a:buNone/>
            </a:pPr>
            <a:r>
              <a:rPr lang="en-US" b="1" i="0" dirty="0">
                <a:solidFill>
                  <a:schemeClr val="accent4"/>
                </a:solidFill>
                <a:effectLst/>
                <a:latin typeface="Anthropic Sans"/>
              </a:rPr>
              <a:t>Purchase frequency  </a:t>
            </a:r>
            <a:r>
              <a:rPr lang="en-US" b="1" i="0" dirty="0">
                <a:solidFill>
                  <a:schemeClr val="bg1">
                    <a:lumMod val="50000"/>
                  </a:schemeClr>
                </a:solidFill>
                <a:effectLst/>
                <a:latin typeface="Anthropic Sans"/>
              </a:rPr>
              <a:t>7 types</a:t>
            </a:r>
          </a:p>
          <a:p>
            <a:pPr algn="l">
              <a:buNone/>
            </a:pPr>
            <a:r>
              <a:rPr lang="en-US" b="1" i="0" dirty="0">
                <a:solidFill>
                  <a:schemeClr val="accent4"/>
                </a:solidFill>
                <a:effectLst/>
                <a:latin typeface="Anthropic Sans"/>
              </a:rPr>
              <a:t>Subscription status  </a:t>
            </a:r>
            <a:r>
              <a:rPr lang="en-US" b="1" i="0" dirty="0">
                <a:solidFill>
                  <a:schemeClr val="bg1">
                    <a:lumMod val="50000"/>
                  </a:schemeClr>
                </a:solidFill>
                <a:effectLst/>
                <a:latin typeface="Anthropic Sans"/>
              </a:rPr>
              <a:t>Yes / No</a:t>
            </a:r>
          </a:p>
          <a:p>
            <a:pPr algn="l">
              <a:buNone/>
            </a:pPr>
            <a:r>
              <a:rPr lang="en-US" b="1" i="0" dirty="0">
                <a:solidFill>
                  <a:schemeClr val="accent4"/>
                </a:solidFill>
                <a:effectLst/>
                <a:latin typeface="Anthropic Sans"/>
              </a:rPr>
              <a:t>Discount applied  </a:t>
            </a:r>
            <a:r>
              <a:rPr lang="en-US" b="1" i="0" dirty="0">
                <a:solidFill>
                  <a:schemeClr val="bg1">
                    <a:lumMod val="50000"/>
                  </a:schemeClr>
                </a:solidFill>
                <a:effectLst/>
                <a:latin typeface="Anthropic Sans"/>
              </a:rPr>
              <a:t>Yes / No</a:t>
            </a:r>
          </a:p>
        </p:txBody>
      </p:sp>
      <p:sp>
        <p:nvSpPr>
          <p:cNvPr id="43" name="TextBox 42">
            <a:extLst>
              <a:ext uri="{FF2B5EF4-FFF2-40B4-BE49-F238E27FC236}">
                <a16:creationId xmlns:a16="http://schemas.microsoft.com/office/drawing/2014/main" id="{FA2ABB3E-C07A-0AAA-5C98-26A0CF76195D}"/>
              </a:ext>
            </a:extLst>
          </p:cNvPr>
          <p:cNvSpPr txBox="1"/>
          <p:nvPr/>
        </p:nvSpPr>
        <p:spPr>
          <a:xfrm>
            <a:off x="98612" y="4250535"/>
            <a:ext cx="11994776" cy="1102866"/>
          </a:xfrm>
          <a:prstGeom prst="rect">
            <a:avLst/>
          </a:prstGeom>
          <a:noFill/>
          <a:ln>
            <a:solidFill>
              <a:schemeClr val="tx1"/>
            </a:solidFill>
          </a:ln>
        </p:spPr>
        <p:txBody>
          <a:bodyPr wrap="square">
            <a:spAutoFit/>
          </a:bodyPr>
          <a:lstStyle/>
          <a:p>
            <a:pPr algn="l">
              <a:spcAft>
                <a:spcPts val="750"/>
              </a:spcAft>
              <a:buNone/>
            </a:pPr>
            <a:r>
              <a:rPr lang="en-US" b="1" i="0" dirty="0">
                <a:solidFill>
                  <a:schemeClr val="accent5"/>
                </a:solidFill>
                <a:effectLst/>
                <a:latin typeface="Anthropic Sans"/>
              </a:rPr>
              <a:t>All 17 columns</a:t>
            </a:r>
          </a:p>
          <a:p>
            <a:pPr algn="l">
              <a:spcBef>
                <a:spcPts val="600"/>
              </a:spcBef>
              <a:buNone/>
            </a:pPr>
            <a:r>
              <a:rPr lang="en-US" b="1" i="0" dirty="0">
                <a:solidFill>
                  <a:schemeClr val="bg1">
                    <a:lumMod val="50000"/>
                  </a:schemeClr>
                </a:solidFill>
                <a:effectLst/>
                <a:latin typeface="Anthropic Sans"/>
              </a:rPr>
              <a:t>Customer ID, Age , Gender, Item Purchased ,Category, Purchase Amount, Location, Size ,Color, Season ,Review Rating ,Subscription Status ,Shipping Type ,Discount Applied ,Previous Purchases, Payment Method ,Frequency of Purchases</a:t>
            </a:r>
          </a:p>
        </p:txBody>
      </p:sp>
    </p:spTree>
    <p:extLst>
      <p:ext uri="{BB962C8B-B14F-4D97-AF65-F5344CB8AC3E}">
        <p14:creationId xmlns:p14="http://schemas.microsoft.com/office/powerpoint/2010/main" val="1593920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31FE9-9059-4FE8-B4AC-9771F23A1B89}"/>
              </a:ext>
            </a:extLst>
          </p:cNvPr>
          <p:cNvSpPr>
            <a:spLocks noGrp="1"/>
          </p:cNvSpPr>
          <p:nvPr>
            <p:ph type="title"/>
          </p:nvPr>
        </p:nvSpPr>
        <p:spPr>
          <a:xfrm>
            <a:off x="137160" y="123418"/>
            <a:ext cx="2861534" cy="557950"/>
          </a:xfrm>
        </p:spPr>
        <p:txBody>
          <a:bodyPr/>
          <a:lstStyle/>
          <a:p>
            <a:r>
              <a:rPr lang="en-US" b="1" dirty="0"/>
              <a:t>Methodology</a:t>
            </a:r>
          </a:p>
        </p:txBody>
      </p:sp>
      <p:sp>
        <p:nvSpPr>
          <p:cNvPr id="22" name="Slide Number Placeholder 21">
            <a:extLst>
              <a:ext uri="{FF2B5EF4-FFF2-40B4-BE49-F238E27FC236}">
                <a16:creationId xmlns:a16="http://schemas.microsoft.com/office/drawing/2014/main" id="{5D1BD041-3428-4D62-934F-F3FF6D36F90F}"/>
              </a:ext>
            </a:extLst>
          </p:cNvPr>
          <p:cNvSpPr>
            <a:spLocks noGrp="1"/>
          </p:cNvSpPr>
          <p:nvPr>
            <p:ph type="sldNum" sz="quarter" idx="22"/>
          </p:nvPr>
        </p:nvSpPr>
        <p:spPr>
          <a:xfrm>
            <a:off x="10700656" y="6356350"/>
            <a:ext cx="653143" cy="365125"/>
          </a:xfrm>
        </p:spPr>
        <p:txBody>
          <a:bodyPr/>
          <a:lstStyle/>
          <a:p>
            <a:fld id="{B5CEABB6-07DC-46E8-9B57-56EC44A396E5}" type="slidenum">
              <a:rPr lang="en-US" smtClean="0"/>
              <a:pPr/>
              <a:t>4</a:t>
            </a:fld>
            <a:endParaRPr lang="en-US" dirty="0"/>
          </a:p>
        </p:txBody>
      </p:sp>
      <p:sp>
        <p:nvSpPr>
          <p:cNvPr id="12" name="TextBox 11">
            <a:extLst>
              <a:ext uri="{FF2B5EF4-FFF2-40B4-BE49-F238E27FC236}">
                <a16:creationId xmlns:a16="http://schemas.microsoft.com/office/drawing/2014/main" id="{EA8702FC-A35A-CF1A-F932-EE9ED30E0A7F}"/>
              </a:ext>
            </a:extLst>
          </p:cNvPr>
          <p:cNvSpPr txBox="1"/>
          <p:nvPr/>
        </p:nvSpPr>
        <p:spPr>
          <a:xfrm>
            <a:off x="1053846" y="1347942"/>
            <a:ext cx="1028162" cy="3847207"/>
          </a:xfrm>
          <a:prstGeom prst="rect">
            <a:avLst/>
          </a:prstGeom>
          <a:noFill/>
          <a:ln>
            <a:solidFill>
              <a:schemeClr val="tx1"/>
            </a:solidFill>
          </a:ln>
        </p:spPr>
        <p:txBody>
          <a:bodyPr wrap="square">
            <a:spAutoFit/>
          </a:bodyPr>
          <a:lstStyle/>
          <a:p>
            <a:pPr algn="ctr">
              <a:spcAft>
                <a:spcPts val="300"/>
              </a:spcAft>
              <a:buNone/>
            </a:pPr>
            <a:r>
              <a:rPr lang="en-US" b="0" i="0" dirty="0">
                <a:solidFill>
                  <a:srgbClr val="000000"/>
                </a:solidFill>
                <a:effectLst/>
                <a:latin typeface="Anthropic Sans"/>
              </a:rPr>
              <a:t>📊</a:t>
            </a:r>
          </a:p>
          <a:p>
            <a:pPr algn="ctr">
              <a:buNone/>
            </a:pPr>
            <a:r>
              <a:rPr lang="en-US" b="1" i="0" dirty="0">
                <a:effectLst/>
                <a:latin typeface="Anthropic Sans"/>
              </a:rPr>
              <a:t>Excel</a:t>
            </a:r>
          </a:p>
          <a:p>
            <a:pPr>
              <a:buNone/>
            </a:pPr>
            <a:r>
              <a:rPr lang="en-US" b="0" i="0" dirty="0">
                <a:solidFill>
                  <a:srgbClr val="555555"/>
                </a:solidFill>
                <a:effectLst/>
                <a:latin typeface="Anthropic Sans"/>
              </a:rPr>
              <a:t>→</a:t>
            </a:r>
            <a:endParaRPr lang="en-US" dirty="0"/>
          </a:p>
          <a:p>
            <a:pPr algn="ctr">
              <a:spcAft>
                <a:spcPts val="300"/>
              </a:spcAft>
              <a:buNone/>
            </a:pPr>
            <a:r>
              <a:rPr lang="en-US" b="0" i="0" dirty="0">
                <a:solidFill>
                  <a:srgbClr val="000000"/>
                </a:solidFill>
                <a:effectLst/>
                <a:latin typeface="Anthropic Sans"/>
              </a:rPr>
              <a:t>🗄️</a:t>
            </a:r>
          </a:p>
          <a:p>
            <a:pPr algn="ctr">
              <a:buNone/>
            </a:pPr>
            <a:r>
              <a:rPr lang="en-US" b="1" i="0" dirty="0">
                <a:effectLst/>
                <a:latin typeface="Anthropic Sans"/>
              </a:rPr>
              <a:t>SQL</a:t>
            </a:r>
          </a:p>
          <a:p>
            <a:pPr>
              <a:buNone/>
            </a:pPr>
            <a:r>
              <a:rPr lang="en-US" b="0" i="0" dirty="0">
                <a:solidFill>
                  <a:srgbClr val="555555"/>
                </a:solidFill>
                <a:effectLst/>
                <a:latin typeface="Anthropic Sans"/>
              </a:rPr>
              <a:t>→</a:t>
            </a:r>
            <a:endParaRPr lang="en-US" dirty="0"/>
          </a:p>
          <a:p>
            <a:pPr algn="ctr">
              <a:spcAft>
                <a:spcPts val="300"/>
              </a:spcAft>
              <a:buNone/>
            </a:pPr>
            <a:r>
              <a:rPr lang="en-US" b="0" i="0" dirty="0">
                <a:solidFill>
                  <a:srgbClr val="000000"/>
                </a:solidFill>
                <a:effectLst/>
                <a:latin typeface="Anthropic Sans"/>
              </a:rPr>
              <a:t>🐍</a:t>
            </a:r>
          </a:p>
          <a:p>
            <a:pPr algn="ctr">
              <a:buNone/>
            </a:pPr>
            <a:r>
              <a:rPr lang="en-US" b="1" i="0" dirty="0">
                <a:effectLst/>
                <a:latin typeface="Anthropic Sans"/>
              </a:rPr>
              <a:t>EDA (Python)</a:t>
            </a:r>
          </a:p>
          <a:p>
            <a:pPr>
              <a:buNone/>
            </a:pPr>
            <a:r>
              <a:rPr lang="en-US" b="0" i="0" dirty="0">
                <a:solidFill>
                  <a:srgbClr val="555555"/>
                </a:solidFill>
                <a:effectLst/>
                <a:latin typeface="Anthropic Sans"/>
              </a:rPr>
              <a:t>→</a:t>
            </a:r>
            <a:endParaRPr lang="en-US" dirty="0"/>
          </a:p>
          <a:p>
            <a:pPr algn="ctr">
              <a:spcAft>
                <a:spcPts val="300"/>
              </a:spcAft>
              <a:buNone/>
            </a:pPr>
            <a:r>
              <a:rPr lang="en-US" b="0" i="0" dirty="0">
                <a:solidFill>
                  <a:srgbClr val="000000"/>
                </a:solidFill>
                <a:effectLst/>
                <a:latin typeface="Anthropic Sans"/>
              </a:rPr>
              <a:t>📈</a:t>
            </a:r>
          </a:p>
          <a:p>
            <a:pPr algn="ctr">
              <a:buNone/>
            </a:pPr>
            <a:r>
              <a:rPr lang="en-US" b="1" i="0" dirty="0">
                <a:effectLst/>
                <a:latin typeface="Anthropic Sans"/>
              </a:rPr>
              <a:t>Power BI</a:t>
            </a:r>
          </a:p>
        </p:txBody>
      </p:sp>
      <p:sp>
        <p:nvSpPr>
          <p:cNvPr id="34" name="TextBox 33">
            <a:extLst>
              <a:ext uri="{FF2B5EF4-FFF2-40B4-BE49-F238E27FC236}">
                <a16:creationId xmlns:a16="http://schemas.microsoft.com/office/drawing/2014/main" id="{169B33AE-DB63-A826-CE1E-23374F437204}"/>
              </a:ext>
            </a:extLst>
          </p:cNvPr>
          <p:cNvSpPr txBox="1"/>
          <p:nvPr/>
        </p:nvSpPr>
        <p:spPr>
          <a:xfrm>
            <a:off x="2393577" y="1347942"/>
            <a:ext cx="3133164" cy="1754326"/>
          </a:xfrm>
          <a:prstGeom prst="rect">
            <a:avLst/>
          </a:prstGeom>
          <a:noFill/>
          <a:ln>
            <a:solidFill>
              <a:schemeClr val="tx1"/>
            </a:solidFill>
          </a:ln>
        </p:spPr>
        <p:txBody>
          <a:bodyPr wrap="square" rtlCol="0">
            <a:spAutoFit/>
          </a:bodyPr>
          <a:lstStyle/>
          <a:p>
            <a:r>
              <a:rPr lang="en-US" b="1" dirty="0"/>
              <a:t>1</a:t>
            </a:r>
          </a:p>
          <a:p>
            <a:r>
              <a:rPr lang="en-US" b="1" dirty="0"/>
              <a:t>Data collection</a:t>
            </a:r>
          </a:p>
          <a:p>
            <a:r>
              <a:rPr lang="en-US" dirty="0"/>
              <a:t>Raw dataset gathered — Customer Shopping Behavior (5,050 rows, 17 columns)</a:t>
            </a:r>
          </a:p>
          <a:p>
            <a:endParaRPr lang="en-US" dirty="0"/>
          </a:p>
        </p:txBody>
      </p:sp>
      <p:sp>
        <p:nvSpPr>
          <p:cNvPr id="37" name="TextBox 36">
            <a:extLst>
              <a:ext uri="{FF2B5EF4-FFF2-40B4-BE49-F238E27FC236}">
                <a16:creationId xmlns:a16="http://schemas.microsoft.com/office/drawing/2014/main" id="{5E180C9A-E016-D10E-7198-B5E4BC80290F}"/>
              </a:ext>
            </a:extLst>
          </p:cNvPr>
          <p:cNvSpPr txBox="1"/>
          <p:nvPr/>
        </p:nvSpPr>
        <p:spPr>
          <a:xfrm>
            <a:off x="5721255" y="1347942"/>
            <a:ext cx="4979401" cy="1754326"/>
          </a:xfrm>
          <a:prstGeom prst="rect">
            <a:avLst/>
          </a:prstGeom>
          <a:noFill/>
          <a:ln>
            <a:solidFill>
              <a:schemeClr val="tx1"/>
            </a:solidFill>
          </a:ln>
        </p:spPr>
        <p:txBody>
          <a:bodyPr wrap="square" rtlCol="0">
            <a:spAutoFit/>
          </a:bodyPr>
          <a:lstStyle/>
          <a:p>
            <a:r>
              <a:rPr lang="en-US" b="1" dirty="0"/>
              <a:t>2</a:t>
            </a:r>
          </a:p>
          <a:p>
            <a:r>
              <a:rPr lang="en-US" b="1" dirty="0"/>
              <a:t>Data cleaning (Excel)</a:t>
            </a:r>
          </a:p>
          <a:p>
            <a:r>
              <a:rPr lang="en-US" dirty="0"/>
              <a:t>Missing values identified and treated</a:t>
            </a:r>
          </a:p>
          <a:p>
            <a:r>
              <a:rPr lang="en-US" dirty="0"/>
              <a:t>Column names and formats standardized</a:t>
            </a:r>
          </a:p>
          <a:p>
            <a:r>
              <a:rPr lang="en-US" dirty="0"/>
              <a:t>Cleaned dataset prepared for export</a:t>
            </a:r>
          </a:p>
          <a:p>
            <a:endParaRPr lang="en-US" dirty="0"/>
          </a:p>
        </p:txBody>
      </p:sp>
      <p:sp>
        <p:nvSpPr>
          <p:cNvPr id="40" name="TextBox 39">
            <a:extLst>
              <a:ext uri="{FF2B5EF4-FFF2-40B4-BE49-F238E27FC236}">
                <a16:creationId xmlns:a16="http://schemas.microsoft.com/office/drawing/2014/main" id="{A1205DFD-9888-9476-383A-0F0329828791}"/>
              </a:ext>
            </a:extLst>
          </p:cNvPr>
          <p:cNvSpPr txBox="1"/>
          <p:nvPr/>
        </p:nvSpPr>
        <p:spPr>
          <a:xfrm>
            <a:off x="2393577" y="3311886"/>
            <a:ext cx="8307080" cy="1477328"/>
          </a:xfrm>
          <a:prstGeom prst="rect">
            <a:avLst/>
          </a:prstGeom>
          <a:noFill/>
          <a:ln>
            <a:solidFill>
              <a:schemeClr val="tx1"/>
            </a:solidFill>
          </a:ln>
        </p:spPr>
        <p:txBody>
          <a:bodyPr wrap="square" rtlCol="0">
            <a:spAutoFit/>
          </a:bodyPr>
          <a:lstStyle/>
          <a:p>
            <a:r>
              <a:rPr lang="en-US" b="1" dirty="0"/>
              <a:t>3</a:t>
            </a:r>
          </a:p>
          <a:p>
            <a:r>
              <a:rPr lang="en-US" b="1" dirty="0"/>
              <a:t>SQL database (PostgreSQL)</a:t>
            </a:r>
          </a:p>
          <a:p>
            <a:r>
              <a:rPr lang="en-US" dirty="0"/>
              <a:t>BEHAVIOUR table created with Customer ID as primary key</a:t>
            </a:r>
          </a:p>
          <a:p>
            <a:r>
              <a:rPr lang="en-US" dirty="0"/>
              <a:t>Cleaned data exported from Excel into SQL table</a:t>
            </a:r>
          </a:p>
          <a:p>
            <a:endParaRPr lang="en-US" dirty="0"/>
          </a:p>
        </p:txBody>
      </p:sp>
      <p:sp>
        <p:nvSpPr>
          <p:cNvPr id="42" name="TextBox 41">
            <a:extLst>
              <a:ext uri="{FF2B5EF4-FFF2-40B4-BE49-F238E27FC236}">
                <a16:creationId xmlns:a16="http://schemas.microsoft.com/office/drawing/2014/main" id="{A6E76EEF-D5AC-EA16-E062-809AB6D6ABFD}"/>
              </a:ext>
            </a:extLst>
          </p:cNvPr>
          <p:cNvSpPr txBox="1"/>
          <p:nvPr/>
        </p:nvSpPr>
        <p:spPr>
          <a:xfrm>
            <a:off x="2393577" y="4879022"/>
            <a:ext cx="8307079" cy="1477328"/>
          </a:xfrm>
          <a:prstGeom prst="rect">
            <a:avLst/>
          </a:prstGeom>
          <a:noFill/>
          <a:ln>
            <a:solidFill>
              <a:schemeClr val="tx1"/>
            </a:solidFill>
          </a:ln>
        </p:spPr>
        <p:txBody>
          <a:bodyPr wrap="square" rtlCol="0">
            <a:spAutoFit/>
          </a:bodyPr>
          <a:lstStyle/>
          <a:p>
            <a:r>
              <a:rPr lang="en-US" b="1" dirty="0"/>
              <a:t>4</a:t>
            </a:r>
          </a:p>
          <a:p>
            <a:r>
              <a:rPr lang="en-US" b="1" dirty="0"/>
              <a:t>SQL querying</a:t>
            </a:r>
          </a:p>
          <a:p>
            <a:r>
              <a:rPr lang="en-US" dirty="0"/>
              <a:t>Queries run to validate data and check for nulls</a:t>
            </a:r>
          </a:p>
          <a:p>
            <a:r>
              <a:rPr lang="en-US" dirty="0"/>
              <a:t>COUNT and aggregate checks on Purchase Amount</a:t>
            </a:r>
          </a:p>
          <a:p>
            <a:endParaRPr lang="en-US" dirty="0"/>
          </a:p>
        </p:txBody>
      </p:sp>
    </p:spTree>
    <p:extLst>
      <p:ext uri="{BB962C8B-B14F-4D97-AF65-F5344CB8AC3E}">
        <p14:creationId xmlns:p14="http://schemas.microsoft.com/office/powerpoint/2010/main" val="18449418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ate Placeholder 10">
            <a:extLst>
              <a:ext uri="{FF2B5EF4-FFF2-40B4-BE49-F238E27FC236}">
                <a16:creationId xmlns:a16="http://schemas.microsoft.com/office/drawing/2014/main" id="{AB7F9A1D-BC79-D6A4-536F-A859E52C088B}"/>
              </a:ext>
            </a:extLst>
          </p:cNvPr>
          <p:cNvSpPr>
            <a:spLocks noGrp="1"/>
          </p:cNvSpPr>
          <p:nvPr>
            <p:ph type="dt" sz="half" idx="20"/>
          </p:nvPr>
        </p:nvSpPr>
        <p:spPr/>
        <p:txBody>
          <a:bodyPr/>
          <a:lstStyle/>
          <a:p>
            <a:r>
              <a:rPr lang="en-US"/>
              <a:t>20XX</a:t>
            </a:r>
            <a:endParaRPr lang="en-US" dirty="0"/>
          </a:p>
        </p:txBody>
      </p:sp>
      <p:sp>
        <p:nvSpPr>
          <p:cNvPr id="12" name="Footer Placeholder 11">
            <a:extLst>
              <a:ext uri="{FF2B5EF4-FFF2-40B4-BE49-F238E27FC236}">
                <a16:creationId xmlns:a16="http://schemas.microsoft.com/office/drawing/2014/main" id="{B3DFD556-BE05-A67B-73B6-BE053CAEC933}"/>
              </a:ext>
            </a:extLst>
          </p:cNvPr>
          <p:cNvSpPr>
            <a:spLocks noGrp="1"/>
          </p:cNvSpPr>
          <p:nvPr>
            <p:ph type="ftr" sz="quarter" idx="21"/>
          </p:nvPr>
        </p:nvSpPr>
        <p:spPr/>
        <p:txBody>
          <a:bodyPr/>
          <a:lstStyle/>
          <a:p>
            <a:r>
              <a:rPr lang="en-US"/>
              <a:t>Pitch Deck</a:t>
            </a:r>
            <a:endParaRPr lang="en-US" dirty="0"/>
          </a:p>
        </p:txBody>
      </p:sp>
      <p:sp>
        <p:nvSpPr>
          <p:cNvPr id="13" name="Slide Number Placeholder 12">
            <a:extLst>
              <a:ext uri="{FF2B5EF4-FFF2-40B4-BE49-F238E27FC236}">
                <a16:creationId xmlns:a16="http://schemas.microsoft.com/office/drawing/2014/main" id="{67CF1ECB-08C6-FEB6-9851-03DB93442212}"/>
              </a:ext>
            </a:extLst>
          </p:cNvPr>
          <p:cNvSpPr>
            <a:spLocks noGrp="1"/>
          </p:cNvSpPr>
          <p:nvPr>
            <p:ph type="sldNum" sz="quarter" idx="22"/>
          </p:nvPr>
        </p:nvSpPr>
        <p:spPr/>
        <p:txBody>
          <a:bodyPr/>
          <a:lstStyle/>
          <a:p>
            <a:fld id="{B5CEABB6-07DC-46E8-9B57-56EC44A396E5}" type="slidenum">
              <a:rPr lang="en-US" smtClean="0"/>
              <a:pPr/>
              <a:t>5</a:t>
            </a:fld>
            <a:endParaRPr lang="en-US" dirty="0"/>
          </a:p>
        </p:txBody>
      </p:sp>
      <p:sp>
        <p:nvSpPr>
          <p:cNvPr id="14" name="TextBox 13">
            <a:extLst>
              <a:ext uri="{FF2B5EF4-FFF2-40B4-BE49-F238E27FC236}">
                <a16:creationId xmlns:a16="http://schemas.microsoft.com/office/drawing/2014/main" id="{2E09C757-6EF4-D8E2-528D-AF3F44B5A396}"/>
              </a:ext>
            </a:extLst>
          </p:cNvPr>
          <p:cNvSpPr txBox="1"/>
          <p:nvPr/>
        </p:nvSpPr>
        <p:spPr>
          <a:xfrm>
            <a:off x="3454029" y="1092530"/>
            <a:ext cx="7588332" cy="1477328"/>
          </a:xfrm>
          <a:prstGeom prst="rect">
            <a:avLst/>
          </a:prstGeom>
          <a:noFill/>
          <a:ln>
            <a:solidFill>
              <a:schemeClr val="tx1"/>
            </a:solidFill>
          </a:ln>
        </p:spPr>
        <p:txBody>
          <a:bodyPr wrap="square" rtlCol="0">
            <a:spAutoFit/>
          </a:bodyPr>
          <a:lstStyle/>
          <a:p>
            <a:r>
              <a:rPr lang="en-US" b="1"/>
              <a:t>5</a:t>
            </a:r>
          </a:p>
          <a:p>
            <a:r>
              <a:rPr lang="en-US" b="1"/>
              <a:t>EDA (Python)</a:t>
            </a:r>
          </a:p>
          <a:p>
            <a:r>
              <a:rPr lang="en-US"/>
              <a:t>Cleaned Excel dataset used for analysis</a:t>
            </a:r>
          </a:p>
          <a:p>
            <a:r>
              <a:rPr lang="en-US"/>
              <a:t>Category, spending, and rating trends explored</a:t>
            </a:r>
          </a:p>
          <a:p>
            <a:r>
              <a:rPr lang="en-US"/>
              <a:t>Correlations and key patterns identified</a:t>
            </a:r>
          </a:p>
        </p:txBody>
      </p:sp>
      <p:sp>
        <p:nvSpPr>
          <p:cNvPr id="17" name="TextBox 16">
            <a:extLst>
              <a:ext uri="{FF2B5EF4-FFF2-40B4-BE49-F238E27FC236}">
                <a16:creationId xmlns:a16="http://schemas.microsoft.com/office/drawing/2014/main" id="{0D5D5831-AE71-FC63-95E3-79E9E54E694D}"/>
              </a:ext>
            </a:extLst>
          </p:cNvPr>
          <p:cNvSpPr txBox="1"/>
          <p:nvPr/>
        </p:nvSpPr>
        <p:spPr>
          <a:xfrm>
            <a:off x="3454029" y="3253839"/>
            <a:ext cx="7588332" cy="1754326"/>
          </a:xfrm>
          <a:prstGeom prst="rect">
            <a:avLst/>
          </a:prstGeom>
          <a:noFill/>
          <a:ln>
            <a:solidFill>
              <a:schemeClr val="tx1"/>
            </a:solidFill>
          </a:ln>
        </p:spPr>
        <p:txBody>
          <a:bodyPr wrap="square" rtlCol="0">
            <a:spAutoFit/>
          </a:bodyPr>
          <a:lstStyle/>
          <a:p>
            <a:r>
              <a:rPr lang="en-US" b="1" dirty="0"/>
              <a:t>6</a:t>
            </a:r>
          </a:p>
          <a:p>
            <a:r>
              <a:rPr lang="en-US" b="1" dirty="0"/>
              <a:t>Power BI dashboard</a:t>
            </a:r>
          </a:p>
          <a:p>
            <a:r>
              <a:rPr lang="en-US" dirty="0"/>
              <a:t>Cleaned data imported and relationships built</a:t>
            </a:r>
          </a:p>
          <a:p>
            <a:r>
              <a:rPr lang="en-US" dirty="0"/>
              <a:t>Two story-driven dashboards designed</a:t>
            </a:r>
          </a:p>
          <a:p>
            <a:r>
              <a:rPr lang="en-US" dirty="0"/>
              <a:t>KPIs, slicers and interactive visuals added</a:t>
            </a:r>
          </a:p>
          <a:p>
            <a:endParaRPr lang="en-US" dirty="0"/>
          </a:p>
        </p:txBody>
      </p:sp>
    </p:spTree>
    <p:extLst>
      <p:ext uri="{BB962C8B-B14F-4D97-AF65-F5344CB8AC3E}">
        <p14:creationId xmlns:p14="http://schemas.microsoft.com/office/powerpoint/2010/main" val="173069998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C23C3221-5F04-4CA7-A86A-EEA8566A1735}"/>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6</a:t>
            </a:fld>
            <a:endParaRPr lang="en-US" dirty="0"/>
          </a:p>
        </p:txBody>
      </p:sp>
      <p:sp>
        <p:nvSpPr>
          <p:cNvPr id="14" name="TextBox 13">
            <a:extLst>
              <a:ext uri="{FF2B5EF4-FFF2-40B4-BE49-F238E27FC236}">
                <a16:creationId xmlns:a16="http://schemas.microsoft.com/office/drawing/2014/main" id="{53D777B2-A68D-EFFD-A484-2801A64EAD2E}"/>
              </a:ext>
            </a:extLst>
          </p:cNvPr>
          <p:cNvSpPr txBox="1"/>
          <p:nvPr/>
        </p:nvSpPr>
        <p:spPr>
          <a:xfrm>
            <a:off x="-1" y="0"/>
            <a:ext cx="8610601" cy="777136"/>
          </a:xfrm>
          <a:prstGeom prst="rect">
            <a:avLst/>
          </a:prstGeom>
          <a:noFill/>
        </p:spPr>
        <p:txBody>
          <a:bodyPr wrap="square">
            <a:spAutoFit/>
          </a:bodyPr>
          <a:lstStyle/>
          <a:p>
            <a:pPr algn="l">
              <a:spcAft>
                <a:spcPts val="300"/>
              </a:spcAft>
              <a:buNone/>
            </a:pPr>
            <a:r>
              <a:rPr lang="en-US" sz="2400" b="1" i="0" dirty="0">
                <a:solidFill>
                  <a:schemeClr val="accent5"/>
                </a:solidFill>
                <a:effectLst/>
                <a:latin typeface="Anthropic Sans"/>
              </a:rPr>
              <a:t>EDA insights</a:t>
            </a:r>
          </a:p>
          <a:p>
            <a:pPr algn="l">
              <a:spcAft>
                <a:spcPts val="1200"/>
              </a:spcAft>
              <a:buNone/>
            </a:pPr>
            <a:r>
              <a:rPr lang="en-US" b="1" i="0" dirty="0">
                <a:solidFill>
                  <a:schemeClr val="accent5"/>
                </a:solidFill>
                <a:effectLst/>
                <a:latin typeface="Anthropic Sans"/>
              </a:rPr>
              <a:t>Shop Sense Analytics · Key findings from Customer Shopping   Behavior dataset</a:t>
            </a:r>
          </a:p>
        </p:txBody>
      </p:sp>
      <p:sp>
        <p:nvSpPr>
          <p:cNvPr id="15" name="TextBox 14">
            <a:extLst>
              <a:ext uri="{FF2B5EF4-FFF2-40B4-BE49-F238E27FC236}">
                <a16:creationId xmlns:a16="http://schemas.microsoft.com/office/drawing/2014/main" id="{D180F2FB-7A02-E733-5275-DF436A6033BE}"/>
              </a:ext>
            </a:extLst>
          </p:cNvPr>
          <p:cNvSpPr txBox="1"/>
          <p:nvPr/>
        </p:nvSpPr>
        <p:spPr>
          <a:xfrm>
            <a:off x="152400" y="777136"/>
            <a:ext cx="11530940" cy="5909310"/>
          </a:xfrm>
          <a:prstGeom prst="rect">
            <a:avLst/>
          </a:prstGeom>
          <a:noFill/>
        </p:spPr>
        <p:txBody>
          <a:bodyPr wrap="square" rtlCol="0">
            <a:spAutoFit/>
          </a:bodyPr>
          <a:lstStyle/>
          <a:p>
            <a:r>
              <a:rPr lang="en-US" b="1" dirty="0">
                <a:solidFill>
                  <a:schemeClr val="accent6"/>
                </a:solidFill>
              </a:rPr>
              <a:t>Clothing &amp; Accessories dominate volume</a:t>
            </a:r>
          </a:p>
          <a:p>
            <a:r>
              <a:rPr lang="en-US" b="1" dirty="0"/>
              <a:t>Highest purchase counts overall — Electronics, Footwear, and Outerwear remain</a:t>
            </a:r>
            <a:r>
              <a:rPr lang="en-US" dirty="0"/>
              <a:t> </a:t>
            </a:r>
            <a:r>
              <a:rPr lang="en-US" b="1" dirty="0"/>
              <a:t>niche segments</a:t>
            </a:r>
            <a:r>
              <a:rPr lang="en-US" dirty="0"/>
              <a:t>.</a:t>
            </a:r>
          </a:p>
          <a:p>
            <a:endParaRPr lang="en-US" b="1" dirty="0"/>
          </a:p>
          <a:p>
            <a:r>
              <a:rPr lang="en-US" b="1" dirty="0">
                <a:solidFill>
                  <a:schemeClr val="accent6"/>
                </a:solidFill>
              </a:rPr>
              <a:t>Most spend $40–$80 per purchase</a:t>
            </a:r>
          </a:p>
          <a:p>
            <a:r>
              <a:rPr lang="en-US" b="1" dirty="0"/>
              <a:t>Purchase amounts spread $20–$100 with outliers past $1000+ — moderate spending is the norm.</a:t>
            </a:r>
          </a:p>
          <a:p>
            <a:endParaRPr lang="en-US" b="1" dirty="0"/>
          </a:p>
          <a:p>
            <a:r>
              <a:rPr lang="en-US" b="1" dirty="0">
                <a:solidFill>
                  <a:schemeClr val="accent6"/>
                </a:solidFill>
              </a:rPr>
              <a:t>Age doesn't predict spending</a:t>
            </a:r>
          </a:p>
          <a:p>
            <a:r>
              <a:rPr lang="en-US" b="1" dirty="0"/>
              <a:t>No strong link between age and purchase amount — all age groups spend $20 to $1000+ similarly.</a:t>
            </a:r>
          </a:p>
          <a:p>
            <a:endParaRPr lang="en-US" b="1" dirty="0"/>
          </a:p>
          <a:p>
            <a:r>
              <a:rPr lang="en-US" b="1" dirty="0">
                <a:solidFill>
                  <a:schemeClr val="accent6"/>
                </a:solidFill>
              </a:rPr>
              <a:t>Electronics commands premium pricing</a:t>
            </a:r>
          </a:p>
          <a:p>
            <a:r>
              <a:rPr lang="en-US" b="1" dirty="0"/>
              <a:t>Median purchase $884–$1282 — far above Clothing/Accessories at $20–$95.</a:t>
            </a:r>
          </a:p>
          <a:p>
            <a:endParaRPr lang="en-US" b="1" dirty="0"/>
          </a:p>
          <a:p>
            <a:r>
              <a:rPr lang="en-US" b="1" dirty="0">
                <a:solidFill>
                  <a:schemeClr val="accent6"/>
                </a:solidFill>
              </a:rPr>
              <a:t>Satisfaction stays consistent</a:t>
            </a:r>
          </a:p>
          <a:p>
            <a:r>
              <a:rPr lang="en-US" b="1" dirty="0"/>
              <a:t>All categories rate 3.0–4.0 — Accessories &amp; Footwear edge slightly higher than Electronics.</a:t>
            </a:r>
          </a:p>
          <a:p>
            <a:endParaRPr lang="en-US" b="1" dirty="0"/>
          </a:p>
          <a:p>
            <a:r>
              <a:rPr lang="en-US" b="1" dirty="0">
                <a:solidFill>
                  <a:schemeClr val="accent6"/>
                </a:solidFill>
              </a:rPr>
              <a:t>Subscribers spend 5% more</a:t>
            </a:r>
          </a:p>
          <a:p>
            <a:r>
              <a:rPr lang="en-US" b="1" dirty="0"/>
              <a:t>Avg $303 vs $289 for non-subscribers — subscription benefits drive larger baskets.</a:t>
            </a:r>
          </a:p>
          <a:p>
            <a:endParaRPr lang="en-US" b="1" dirty="0"/>
          </a:p>
          <a:p>
            <a:r>
              <a:rPr lang="en-US" b="1" dirty="0">
                <a:solidFill>
                  <a:schemeClr val="accent6"/>
                </a:solidFill>
              </a:rPr>
              <a:t>Digital payments dominate</a:t>
            </a:r>
          </a:p>
          <a:p>
            <a:r>
              <a:rPr lang="en-US" b="1" dirty="0"/>
              <a:t>Debit Card &amp; PayPal lead adoption — Bank Transfer and Venmo trail behind.</a:t>
            </a:r>
          </a:p>
          <a:p>
            <a:endParaRPr lang="en-US" dirty="0"/>
          </a:p>
        </p:txBody>
      </p:sp>
    </p:spTree>
    <p:extLst>
      <p:ext uri="{BB962C8B-B14F-4D97-AF65-F5344CB8AC3E}">
        <p14:creationId xmlns:p14="http://schemas.microsoft.com/office/powerpoint/2010/main" val="13463722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DE7F2-E890-4744-88DD-A75F5E300513}"/>
              </a:ext>
            </a:extLst>
          </p:cNvPr>
          <p:cNvSpPr>
            <a:spLocks noGrp="1"/>
          </p:cNvSpPr>
          <p:nvPr>
            <p:ph type="ctrTitle"/>
          </p:nvPr>
        </p:nvSpPr>
        <p:spPr>
          <a:xfrm>
            <a:off x="6991350" y="2571235"/>
            <a:ext cx="4179570" cy="1715531"/>
          </a:xfrm>
        </p:spPr>
        <p:txBody>
          <a:bodyPr/>
          <a:lstStyle/>
          <a:p>
            <a:r>
              <a:rPr lang="en-US" b="1" dirty="0">
                <a:solidFill>
                  <a:srgbClr val="C00000"/>
                </a:solidFill>
              </a:rPr>
              <a:t>Dashboard demonstration </a:t>
            </a:r>
          </a:p>
        </p:txBody>
      </p:sp>
    </p:spTree>
    <p:extLst>
      <p:ext uri="{BB962C8B-B14F-4D97-AF65-F5344CB8AC3E}">
        <p14:creationId xmlns:p14="http://schemas.microsoft.com/office/powerpoint/2010/main" val="7077891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8906C58-3435-70C7-F51A-190E3040801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0693930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E54ABB-4929-4810-950B-2DAEA0A5BAB4}"/>
              </a:ext>
            </a:extLst>
          </p:cNvPr>
          <p:cNvSpPr>
            <a:spLocks noGrp="1"/>
          </p:cNvSpPr>
          <p:nvPr>
            <p:ph type="title"/>
          </p:nvPr>
        </p:nvSpPr>
        <p:spPr>
          <a:xfrm>
            <a:off x="1885156" y="892177"/>
            <a:ext cx="8421688" cy="1325563"/>
          </a:xfrm>
        </p:spPr>
        <p:txBody>
          <a:bodyPr/>
          <a:lstStyle/>
          <a:p>
            <a:r>
              <a:rPr lang="en-US" dirty="0"/>
              <a:t>MARKET OVERVIEW</a:t>
            </a:r>
          </a:p>
        </p:txBody>
      </p:sp>
      <p:sp>
        <p:nvSpPr>
          <p:cNvPr id="4" name="Text Placeholder 3">
            <a:extLst>
              <a:ext uri="{FF2B5EF4-FFF2-40B4-BE49-F238E27FC236}">
                <a16:creationId xmlns:a16="http://schemas.microsoft.com/office/drawing/2014/main" id="{A112B089-A8F9-45B1-BE6E-EAC10163F082}"/>
              </a:ext>
            </a:extLst>
          </p:cNvPr>
          <p:cNvSpPr>
            <a:spLocks noGrp="1"/>
          </p:cNvSpPr>
          <p:nvPr>
            <p:ph type="body" idx="1"/>
          </p:nvPr>
        </p:nvSpPr>
        <p:spPr>
          <a:xfrm>
            <a:off x="1243104" y="2776936"/>
            <a:ext cx="2882475" cy="823912"/>
          </a:xfrm>
        </p:spPr>
        <p:txBody>
          <a:bodyPr/>
          <a:lstStyle/>
          <a:p>
            <a:r>
              <a:rPr lang="en-US" dirty="0"/>
              <a:t>$3 Billion</a:t>
            </a:r>
          </a:p>
        </p:txBody>
      </p:sp>
      <p:sp>
        <p:nvSpPr>
          <p:cNvPr id="7" name="Content Placeholder 6">
            <a:extLst>
              <a:ext uri="{FF2B5EF4-FFF2-40B4-BE49-F238E27FC236}">
                <a16:creationId xmlns:a16="http://schemas.microsoft.com/office/drawing/2014/main" id="{6B35F89A-6CDF-41F7-BD87-18B45BD7330B}"/>
              </a:ext>
            </a:extLst>
          </p:cNvPr>
          <p:cNvSpPr>
            <a:spLocks noGrp="1"/>
          </p:cNvSpPr>
          <p:nvPr>
            <p:ph sz="half" idx="2"/>
          </p:nvPr>
        </p:nvSpPr>
        <p:spPr>
          <a:xfrm>
            <a:off x="1243104" y="3834606"/>
            <a:ext cx="2882475" cy="1997867"/>
          </a:xfrm>
        </p:spPr>
        <p:txBody>
          <a:bodyPr vert="horz" lIns="91440" tIns="45720" rIns="91440" bIns="45720" rtlCol="0" anchor="t">
            <a:normAutofit/>
          </a:bodyPr>
          <a:lstStyle/>
          <a:p>
            <a:r>
              <a:rPr lang="en-US" noProof="1"/>
              <a:t>Freedom to invent</a:t>
            </a:r>
            <a:endParaRPr lang="en-US" dirty="0"/>
          </a:p>
          <a:p>
            <a:r>
              <a:rPr lang="en-US" noProof="1"/>
              <a:t>Selectively inclusive market</a:t>
            </a:r>
          </a:p>
          <a:p>
            <a:r>
              <a:rPr lang="en-US" noProof="1"/>
              <a:t>Serviceable available market</a:t>
            </a:r>
          </a:p>
          <a:p>
            <a:endParaRPr lang="en-US" noProof="1"/>
          </a:p>
        </p:txBody>
      </p:sp>
      <p:sp>
        <p:nvSpPr>
          <p:cNvPr id="6" name="Text Placeholder 5">
            <a:extLst>
              <a:ext uri="{FF2B5EF4-FFF2-40B4-BE49-F238E27FC236}">
                <a16:creationId xmlns:a16="http://schemas.microsoft.com/office/drawing/2014/main" id="{0FE22F9B-4BF8-41DC-8F1C-836B546E59AD}"/>
              </a:ext>
            </a:extLst>
          </p:cNvPr>
          <p:cNvSpPr>
            <a:spLocks noGrp="1"/>
          </p:cNvSpPr>
          <p:nvPr>
            <p:ph type="body" sz="quarter" idx="3"/>
          </p:nvPr>
        </p:nvSpPr>
        <p:spPr>
          <a:xfrm>
            <a:off x="4647665" y="2776936"/>
            <a:ext cx="2896671" cy="823912"/>
          </a:xfrm>
        </p:spPr>
        <p:txBody>
          <a:bodyPr/>
          <a:lstStyle/>
          <a:p>
            <a:r>
              <a:rPr lang="en-US" dirty="0"/>
              <a:t>$1 Billion</a:t>
            </a:r>
          </a:p>
        </p:txBody>
      </p:sp>
      <p:sp>
        <p:nvSpPr>
          <p:cNvPr id="3" name="Text Placeholder 2">
            <a:extLst>
              <a:ext uri="{FF2B5EF4-FFF2-40B4-BE49-F238E27FC236}">
                <a16:creationId xmlns:a16="http://schemas.microsoft.com/office/drawing/2014/main" id="{D5E1C399-8F48-44F5-9461-3C89866D4CE1}"/>
              </a:ext>
            </a:extLst>
          </p:cNvPr>
          <p:cNvSpPr>
            <a:spLocks noGrp="1"/>
          </p:cNvSpPr>
          <p:nvPr>
            <p:ph sz="quarter" idx="4"/>
          </p:nvPr>
        </p:nvSpPr>
        <p:spPr>
          <a:xfrm>
            <a:off x="4647665" y="3834606"/>
            <a:ext cx="2896671" cy="1997867"/>
          </a:xfrm>
        </p:spPr>
        <p:txBody>
          <a:bodyPr/>
          <a:lstStyle/>
          <a:p>
            <a:r>
              <a:rPr lang="en-US" dirty="0"/>
              <a:t>Opportunity to build</a:t>
            </a:r>
          </a:p>
          <a:p>
            <a:r>
              <a:rPr lang="en-US" dirty="0"/>
              <a:t>Fully inclusive market</a:t>
            </a:r>
          </a:p>
          <a:p>
            <a:r>
              <a:rPr lang="en-US" dirty="0"/>
              <a:t>Total addressable market</a:t>
            </a:r>
          </a:p>
        </p:txBody>
      </p:sp>
      <p:sp>
        <p:nvSpPr>
          <p:cNvPr id="5" name="Content Placeholder 4">
            <a:extLst>
              <a:ext uri="{FF2B5EF4-FFF2-40B4-BE49-F238E27FC236}">
                <a16:creationId xmlns:a16="http://schemas.microsoft.com/office/drawing/2014/main" id="{CF515C5D-2CDB-4E66-B2B8-1451BC44247F}"/>
              </a:ext>
            </a:extLst>
          </p:cNvPr>
          <p:cNvSpPr>
            <a:spLocks noGrp="1"/>
          </p:cNvSpPr>
          <p:nvPr>
            <p:ph type="body" idx="13"/>
          </p:nvPr>
        </p:nvSpPr>
        <p:spPr>
          <a:xfrm>
            <a:off x="8066421" y="2776936"/>
            <a:ext cx="2882475" cy="823912"/>
          </a:xfrm>
        </p:spPr>
        <p:txBody>
          <a:bodyPr vert="horz" lIns="91440" tIns="45720" rIns="91440" bIns="45720" rtlCol="0" anchor="b">
            <a:normAutofit/>
          </a:bodyPr>
          <a:lstStyle/>
          <a:p>
            <a:r>
              <a:rPr lang="en-US" dirty="0"/>
              <a:t>$2 Billion</a:t>
            </a:r>
          </a:p>
        </p:txBody>
      </p:sp>
      <p:sp>
        <p:nvSpPr>
          <p:cNvPr id="8" name="Text Placeholder 7">
            <a:extLst>
              <a:ext uri="{FF2B5EF4-FFF2-40B4-BE49-F238E27FC236}">
                <a16:creationId xmlns:a16="http://schemas.microsoft.com/office/drawing/2014/main" id="{E92B9716-8D44-4864-8986-720957B34362}"/>
              </a:ext>
            </a:extLst>
          </p:cNvPr>
          <p:cNvSpPr>
            <a:spLocks noGrp="1"/>
          </p:cNvSpPr>
          <p:nvPr>
            <p:ph sz="half" idx="14"/>
          </p:nvPr>
        </p:nvSpPr>
        <p:spPr>
          <a:xfrm>
            <a:off x="8066421" y="3834606"/>
            <a:ext cx="2882475" cy="1997867"/>
          </a:xfrm>
        </p:spPr>
        <p:txBody>
          <a:bodyPr/>
          <a:lstStyle/>
          <a:p>
            <a:r>
              <a:rPr lang="en-US" noProof="1"/>
              <a:t>Few competitors</a:t>
            </a:r>
          </a:p>
          <a:p>
            <a:r>
              <a:rPr lang="en-US" noProof="1"/>
              <a:t>Specifically targeted market</a:t>
            </a:r>
          </a:p>
          <a:p>
            <a:r>
              <a:rPr lang="en-US" noProof="1"/>
              <a:t>Serviceable obtainable market</a:t>
            </a:r>
            <a:endParaRPr lang="en-US" dirty="0"/>
          </a:p>
          <a:p>
            <a:endParaRPr lang="en-US" dirty="0"/>
          </a:p>
        </p:txBody>
      </p:sp>
      <p:sp>
        <p:nvSpPr>
          <p:cNvPr id="9" name="Date Placeholder 8">
            <a:extLst>
              <a:ext uri="{FF2B5EF4-FFF2-40B4-BE49-F238E27FC236}">
                <a16:creationId xmlns:a16="http://schemas.microsoft.com/office/drawing/2014/main" id="{7B78F7A0-88C5-4940-B21C-099F472F39F9}"/>
              </a:ext>
            </a:extLst>
          </p:cNvPr>
          <p:cNvSpPr>
            <a:spLocks noGrp="1"/>
          </p:cNvSpPr>
          <p:nvPr>
            <p:ph type="dt" sz="half" idx="10"/>
          </p:nvPr>
        </p:nvSpPr>
        <p:spPr>
          <a:xfrm>
            <a:off x="838200" y="6356350"/>
            <a:ext cx="2743200" cy="365125"/>
          </a:xfrm>
        </p:spPr>
        <p:txBody>
          <a:bodyPr/>
          <a:lstStyle/>
          <a:p>
            <a:r>
              <a:rPr lang="en-US" dirty="0"/>
              <a:t>20XX</a:t>
            </a:r>
          </a:p>
        </p:txBody>
      </p:sp>
      <p:sp>
        <p:nvSpPr>
          <p:cNvPr id="10" name="Footer Placeholder 9">
            <a:extLst>
              <a:ext uri="{FF2B5EF4-FFF2-40B4-BE49-F238E27FC236}">
                <a16:creationId xmlns:a16="http://schemas.microsoft.com/office/drawing/2014/main" id="{D2186069-FC8E-433D-9BB4-942220CE8CFB}"/>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11" name="Slide Number Placeholder 10">
            <a:extLst>
              <a:ext uri="{FF2B5EF4-FFF2-40B4-BE49-F238E27FC236}">
                <a16:creationId xmlns:a16="http://schemas.microsoft.com/office/drawing/2014/main" id="{BAD5B6F4-0A90-447A-A1AE-D75C934B6B2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9</a:t>
            </a:fld>
            <a:endParaRPr lang="en-US" dirty="0"/>
          </a:p>
        </p:txBody>
      </p:sp>
      <p:pic>
        <p:nvPicPr>
          <p:cNvPr id="14" name="Picture 13">
            <a:extLst>
              <a:ext uri="{FF2B5EF4-FFF2-40B4-BE49-F238E27FC236}">
                <a16:creationId xmlns:a16="http://schemas.microsoft.com/office/drawing/2014/main" id="{D0178886-2939-D1A4-B23E-71E611721A4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211780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AD2AE59-5630-4D5C-83A9-4CDEF4D7DCFB}"/>
              </a:ext>
            </a:extLst>
          </p:cNvPr>
          <p:cNvSpPr>
            <a:spLocks noGrp="1"/>
          </p:cNvSpPr>
          <p:nvPr>
            <p:ph type="title"/>
          </p:nvPr>
        </p:nvSpPr>
        <p:spPr>
          <a:xfrm>
            <a:off x="119247" y="85497"/>
            <a:ext cx="8421688" cy="1102035"/>
          </a:xfrm>
        </p:spPr>
        <p:txBody>
          <a:bodyPr>
            <a:normAutofit fontScale="90000"/>
          </a:bodyPr>
          <a:lstStyle/>
          <a:p>
            <a:r>
              <a:rPr lang="en-US" b="1" dirty="0">
                <a:solidFill>
                  <a:schemeClr val="accent6"/>
                </a:solidFill>
              </a:rPr>
              <a:t>Dashboard insights</a:t>
            </a:r>
            <a:br>
              <a:rPr lang="en-US" dirty="0"/>
            </a:br>
            <a:r>
              <a:rPr lang="en-US" sz="1800" b="1" dirty="0">
                <a:solidFill>
                  <a:schemeClr val="accent5">
                    <a:lumMod val="50000"/>
                  </a:schemeClr>
                </a:solidFill>
              </a:rPr>
              <a:t>ShopSense Analytics · Calculated findings from both dashboards</a:t>
            </a:r>
            <a:br>
              <a:rPr lang="en-US" sz="1800" dirty="0"/>
            </a:br>
            <a:endParaRPr lang="en-US" sz="1800" dirty="0"/>
          </a:p>
        </p:txBody>
      </p:sp>
      <p:sp>
        <p:nvSpPr>
          <p:cNvPr id="18" name="TextBox 17">
            <a:extLst>
              <a:ext uri="{FF2B5EF4-FFF2-40B4-BE49-F238E27FC236}">
                <a16:creationId xmlns:a16="http://schemas.microsoft.com/office/drawing/2014/main" id="{3BFC5D56-1AD9-C5E5-D8C3-736D121F8782}"/>
              </a:ext>
            </a:extLst>
          </p:cNvPr>
          <p:cNvSpPr txBox="1"/>
          <p:nvPr/>
        </p:nvSpPr>
        <p:spPr>
          <a:xfrm>
            <a:off x="559130" y="945215"/>
            <a:ext cx="4167249" cy="6186309"/>
          </a:xfrm>
          <a:prstGeom prst="rect">
            <a:avLst/>
          </a:prstGeom>
          <a:noFill/>
          <a:ln>
            <a:solidFill>
              <a:schemeClr val="bg1">
                <a:lumMod val="95000"/>
              </a:schemeClr>
            </a:solidFill>
          </a:ln>
          <a:effectLst>
            <a:glow rad="63500">
              <a:schemeClr val="accent4">
                <a:satMod val="175000"/>
                <a:alpha val="40000"/>
              </a:schemeClr>
            </a:glow>
          </a:effectLst>
        </p:spPr>
        <p:txBody>
          <a:bodyPr wrap="square" rtlCol="0">
            <a:spAutoFit/>
          </a:bodyPr>
          <a:lstStyle/>
          <a:p>
            <a:r>
              <a:rPr lang="en-US" b="1" cap="all" dirty="0">
                <a:solidFill>
                  <a:schemeClr val="accent6"/>
                </a:solidFill>
              </a:rPr>
              <a:t>Dashboard 1 — Who's Shopping</a:t>
            </a:r>
            <a:endParaRPr lang="en-US" b="1" dirty="0">
              <a:solidFill>
                <a:schemeClr val="accent6"/>
              </a:solidFill>
            </a:endParaRPr>
          </a:p>
          <a:p>
            <a:endParaRPr lang="en-US" dirty="0"/>
          </a:p>
          <a:p>
            <a:r>
              <a:rPr lang="en-US" dirty="0"/>
              <a:t>👔</a:t>
            </a:r>
            <a:r>
              <a:rPr lang="en-US" b="1" dirty="0"/>
              <a:t>Male customers dominate at 64.65%</a:t>
            </a:r>
          </a:p>
          <a:p>
            <a:r>
              <a:rPr lang="en-US" b="1" dirty="0"/>
              <a:t>Nearly 2.8x more than Female (22.72%) — heavily male-skewed base.</a:t>
            </a:r>
          </a:p>
          <a:p>
            <a:endParaRPr lang="en-US" dirty="0"/>
          </a:p>
          <a:p>
            <a:r>
              <a:rPr lang="en-US" dirty="0"/>
              <a:t>☀️</a:t>
            </a:r>
            <a:r>
              <a:rPr lang="en-US" b="1" dirty="0"/>
              <a:t>Summer revenue is ~3x Autumn</a:t>
            </a:r>
          </a:p>
          <a:p>
            <a:r>
              <a:rPr lang="en-US" b="1" dirty="0"/>
              <a:t>$60K vs $22K — clear seasonal spike, Spring/Winter sit mid-range.</a:t>
            </a:r>
          </a:p>
          <a:p>
            <a:endParaRPr lang="en-US" dirty="0"/>
          </a:p>
          <a:p>
            <a:r>
              <a:rPr lang="en-US" dirty="0"/>
              <a:t>👟</a:t>
            </a:r>
            <a:r>
              <a:rPr lang="en-US" b="1" dirty="0"/>
              <a:t>Shoes lead items by 6x</a:t>
            </a:r>
          </a:p>
          <a:p>
            <a:r>
              <a:rPr lang="en-US" b="1" dirty="0"/>
              <a:t>$30K vs Watch at $5K — footwear &amp; apparel are the strongest sellers.</a:t>
            </a:r>
          </a:p>
          <a:p>
            <a:endParaRPr lang="en-US" dirty="0"/>
          </a:p>
          <a:p>
            <a:r>
              <a:rPr lang="en-US" dirty="0"/>
              <a:t>👗</a:t>
            </a:r>
            <a:r>
              <a:rPr lang="en-US" b="1" dirty="0"/>
              <a:t>Clothing edges Accessories by 14%</a:t>
            </a:r>
          </a:p>
          <a:p>
            <a:r>
              <a:rPr lang="en-US" b="1" dirty="0"/>
              <a:t>$160K vs $140K — top 2 categories nearly tied, others trail far behind.</a:t>
            </a:r>
          </a:p>
          <a:p>
            <a:endParaRPr lang="en-US" b="1" dirty="0"/>
          </a:p>
          <a:p>
            <a:r>
              <a:rPr lang="en-US" dirty="0"/>
              <a:t>📍</a:t>
            </a:r>
            <a:r>
              <a:rPr lang="en-US" b="1" dirty="0"/>
              <a:t>Locations are evenly spread</a:t>
            </a:r>
          </a:p>
          <a:p>
            <a:r>
              <a:rPr lang="en-US" b="1" dirty="0"/>
              <a:t>Only ~20% gap between #1 and #10 city — unlike category concentration.</a:t>
            </a:r>
          </a:p>
          <a:p>
            <a:endParaRPr lang="en-US" dirty="0"/>
          </a:p>
        </p:txBody>
      </p:sp>
      <p:sp>
        <p:nvSpPr>
          <p:cNvPr id="20" name="TextBox 19">
            <a:extLst>
              <a:ext uri="{FF2B5EF4-FFF2-40B4-BE49-F238E27FC236}">
                <a16:creationId xmlns:a16="http://schemas.microsoft.com/office/drawing/2014/main" id="{00BD347B-D921-40C9-968D-D1E25576EA80}"/>
              </a:ext>
            </a:extLst>
          </p:cNvPr>
          <p:cNvSpPr txBox="1"/>
          <p:nvPr/>
        </p:nvSpPr>
        <p:spPr>
          <a:xfrm>
            <a:off x="5166262" y="945215"/>
            <a:ext cx="6097978" cy="5355312"/>
          </a:xfrm>
          <a:prstGeom prst="rect">
            <a:avLst/>
          </a:prstGeom>
          <a:noFill/>
          <a:ln>
            <a:solidFill>
              <a:schemeClr val="bg1">
                <a:lumMod val="65000"/>
              </a:schemeClr>
            </a:solidFill>
          </a:ln>
          <a:effectLst>
            <a:glow rad="101600">
              <a:schemeClr val="accent4">
                <a:satMod val="175000"/>
                <a:alpha val="40000"/>
              </a:schemeClr>
            </a:glow>
          </a:effectLst>
        </p:spPr>
        <p:txBody>
          <a:bodyPr wrap="square">
            <a:spAutoFit/>
          </a:bodyPr>
          <a:lstStyle/>
          <a:p>
            <a:pPr>
              <a:buNone/>
            </a:pPr>
            <a:r>
              <a:rPr lang="en-US" b="1" i="0" cap="all" dirty="0">
                <a:solidFill>
                  <a:schemeClr val="accent6"/>
                </a:solidFill>
                <a:effectLst/>
                <a:latin typeface="Anthropic Sans"/>
              </a:rPr>
              <a:t>Dashboard 2 — How They Pay</a:t>
            </a:r>
            <a:endParaRPr lang="en-US" b="1" dirty="0">
              <a:solidFill>
                <a:schemeClr val="accent6"/>
              </a:solidFill>
            </a:endParaRPr>
          </a:p>
          <a:p>
            <a:pPr algn="l">
              <a:buNone/>
            </a:pPr>
            <a:endParaRPr lang="en-US" b="0" i="0" dirty="0">
              <a:solidFill>
                <a:srgbClr val="000000"/>
              </a:solidFill>
              <a:effectLst/>
              <a:latin typeface="Anthropic Sans"/>
            </a:endParaRPr>
          </a:p>
          <a:p>
            <a:pPr algn="l">
              <a:buNone/>
            </a:pPr>
            <a:r>
              <a:rPr lang="en-US" b="0" i="0" dirty="0">
                <a:solidFill>
                  <a:srgbClr val="000000"/>
                </a:solidFill>
                <a:effectLst/>
                <a:latin typeface="Anthropic Sans"/>
              </a:rPr>
              <a:t>🔔</a:t>
            </a:r>
            <a:r>
              <a:rPr lang="en-US" b="1" i="0" dirty="0">
                <a:effectLst/>
                <a:latin typeface="Anthropic Sans"/>
              </a:rPr>
              <a:t>Subscribers generate 4x more revenue</a:t>
            </a:r>
          </a:p>
          <a:p>
            <a:pPr algn="l">
              <a:buNone/>
            </a:pPr>
            <a:r>
              <a:rPr lang="en-US" b="1" i="0" dirty="0">
                <a:solidFill>
                  <a:schemeClr val="tx1">
                    <a:lumMod val="75000"/>
                    <a:lumOff val="25000"/>
                  </a:schemeClr>
                </a:solidFill>
                <a:effectLst/>
                <a:latin typeface="Anthropic Sans"/>
              </a:rPr>
              <a:t>$80K vs $20K for non-subscribers — strongest revenue lever found.</a:t>
            </a:r>
          </a:p>
          <a:p>
            <a:pPr algn="l">
              <a:buNone/>
            </a:pPr>
            <a:endParaRPr lang="en-US" b="0" i="0" dirty="0">
              <a:solidFill>
                <a:srgbClr val="000000"/>
              </a:solidFill>
              <a:effectLst/>
              <a:latin typeface="Anthropic Sans"/>
            </a:endParaRPr>
          </a:p>
          <a:p>
            <a:pPr algn="l">
              <a:buNone/>
            </a:pPr>
            <a:r>
              <a:rPr lang="en-US" b="0" i="0" dirty="0">
                <a:solidFill>
                  <a:srgbClr val="000000"/>
                </a:solidFill>
                <a:effectLst/>
                <a:latin typeface="Anthropic Sans"/>
              </a:rPr>
              <a:t>💳</a:t>
            </a:r>
            <a:r>
              <a:rPr lang="en-US" b="1" i="0" dirty="0">
                <a:effectLst/>
                <a:latin typeface="Anthropic Sans"/>
              </a:rPr>
              <a:t>Debit Card beats Bank Transfer by 75%</a:t>
            </a:r>
          </a:p>
          <a:p>
            <a:pPr algn="l">
              <a:buNone/>
            </a:pPr>
            <a:r>
              <a:rPr lang="en-US" b="1" i="0" dirty="0">
                <a:solidFill>
                  <a:schemeClr val="tx1">
                    <a:lumMod val="75000"/>
                    <a:lumOff val="25000"/>
                  </a:schemeClr>
                </a:solidFill>
                <a:effectLst/>
                <a:latin typeface="Anthropic Sans"/>
              </a:rPr>
              <a:t>$28K vs $16K — customers prefer quick, direct payment methods.</a:t>
            </a:r>
          </a:p>
          <a:p>
            <a:pPr algn="l">
              <a:buNone/>
            </a:pPr>
            <a:endParaRPr lang="en-US" b="0" i="0" dirty="0">
              <a:solidFill>
                <a:srgbClr val="000000"/>
              </a:solidFill>
              <a:effectLst/>
              <a:latin typeface="Anthropic Sans"/>
            </a:endParaRPr>
          </a:p>
          <a:p>
            <a:pPr algn="l">
              <a:buNone/>
            </a:pPr>
            <a:r>
              <a:rPr lang="en-US" b="0" i="0" dirty="0">
                <a:solidFill>
                  <a:srgbClr val="000000"/>
                </a:solidFill>
                <a:effectLst/>
                <a:latin typeface="Anthropic Sans"/>
              </a:rPr>
              <a:t>🚀</a:t>
            </a:r>
            <a:r>
              <a:rPr lang="en-US" b="1" i="0" dirty="0">
                <a:effectLst/>
                <a:latin typeface="Anthropic Sans"/>
              </a:rPr>
              <a:t>Express shipping leads at 27.64%</a:t>
            </a:r>
          </a:p>
          <a:p>
            <a:pPr algn="l">
              <a:buNone/>
            </a:pPr>
            <a:r>
              <a:rPr lang="en-US" b="1" i="0" dirty="0">
                <a:solidFill>
                  <a:schemeClr val="tx1">
                    <a:lumMod val="75000"/>
                    <a:lumOff val="25000"/>
                  </a:schemeClr>
                </a:solidFill>
                <a:effectLst/>
                <a:latin typeface="Anthropic Sans"/>
              </a:rPr>
              <a:t>More than 2x Store Pickup (13.22%) — speed wins over cost.</a:t>
            </a:r>
          </a:p>
          <a:p>
            <a:pPr algn="l">
              <a:buNone/>
            </a:pPr>
            <a:endParaRPr lang="en-US" b="1" i="0" dirty="0">
              <a:solidFill>
                <a:schemeClr val="tx1">
                  <a:lumMod val="75000"/>
                  <a:lumOff val="25000"/>
                </a:schemeClr>
              </a:solidFill>
              <a:effectLst/>
              <a:latin typeface="Anthropic Sans"/>
            </a:endParaRPr>
          </a:p>
          <a:p>
            <a:pPr algn="l">
              <a:buNone/>
            </a:pPr>
            <a:r>
              <a:rPr lang="en-US" b="0" i="0" dirty="0">
                <a:solidFill>
                  <a:srgbClr val="000000"/>
                </a:solidFill>
                <a:effectLst/>
                <a:latin typeface="Anthropic Sans"/>
              </a:rPr>
              <a:t>📅</a:t>
            </a:r>
            <a:r>
              <a:rPr lang="en-US" b="1" i="0" dirty="0">
                <a:effectLst/>
                <a:latin typeface="Anthropic Sans"/>
              </a:rPr>
              <a:t>Quarterly &amp; Weekly buyers lead, 5x smallest</a:t>
            </a:r>
          </a:p>
          <a:p>
            <a:pPr algn="l">
              <a:buNone/>
            </a:pPr>
            <a:r>
              <a:rPr lang="en-US" b="1" i="0" dirty="0">
                <a:solidFill>
                  <a:schemeClr val="tx1">
                    <a:lumMod val="75000"/>
                    <a:lumOff val="25000"/>
                  </a:schemeClr>
                </a:solidFill>
                <a:effectLst/>
                <a:latin typeface="Anthropic Sans"/>
              </a:rPr>
              <a:t>~32% combined share — customers shop in consistent cycles.</a:t>
            </a:r>
          </a:p>
          <a:p>
            <a:pPr algn="l">
              <a:buNone/>
            </a:pPr>
            <a:endParaRPr lang="en-US" b="0" i="0" dirty="0">
              <a:solidFill>
                <a:srgbClr val="000000"/>
              </a:solidFill>
              <a:effectLst/>
              <a:latin typeface="Anthropic Sans"/>
            </a:endParaRPr>
          </a:p>
          <a:p>
            <a:pPr algn="l">
              <a:buNone/>
            </a:pPr>
            <a:r>
              <a:rPr lang="en-US" b="0" i="0" dirty="0">
                <a:solidFill>
                  <a:srgbClr val="000000"/>
                </a:solidFill>
                <a:effectLst/>
                <a:latin typeface="Anthropic Sans"/>
              </a:rPr>
              <a:t>⚖️</a:t>
            </a:r>
            <a:r>
              <a:rPr lang="en-US" b="1" i="0" dirty="0">
                <a:effectLst/>
                <a:latin typeface="Anthropic Sans"/>
              </a:rPr>
              <a:t>Males outspend females by ~60%</a:t>
            </a:r>
          </a:p>
          <a:p>
            <a:pPr algn="l">
              <a:buNone/>
            </a:pPr>
            <a:r>
              <a:rPr lang="en-US" b="1" i="0" dirty="0">
                <a:solidFill>
                  <a:schemeClr val="tx1">
                    <a:lumMod val="75000"/>
                    <a:lumOff val="25000"/>
                  </a:schemeClr>
                </a:solidFill>
                <a:effectLst/>
                <a:latin typeface="Anthropic Sans"/>
              </a:rPr>
              <a:t>In Accessories alone — same pattern repeats across all categories.</a:t>
            </a:r>
          </a:p>
        </p:txBody>
      </p:sp>
    </p:spTree>
    <p:extLst>
      <p:ext uri="{BB962C8B-B14F-4D97-AF65-F5344CB8AC3E}">
        <p14:creationId xmlns:p14="http://schemas.microsoft.com/office/powerpoint/2010/main" val="415169450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C0770-A36E-4500-AA2E-F3DE8416AD1E}"/>
              </a:ext>
            </a:extLst>
          </p:cNvPr>
          <p:cNvSpPr>
            <a:spLocks noGrp="1"/>
          </p:cNvSpPr>
          <p:nvPr>
            <p:ph type="title"/>
          </p:nvPr>
        </p:nvSpPr>
        <p:spPr>
          <a:xfrm>
            <a:off x="232558" y="246372"/>
            <a:ext cx="5598226" cy="846158"/>
          </a:xfrm>
        </p:spPr>
        <p:txBody>
          <a:bodyPr/>
          <a:lstStyle/>
          <a:p>
            <a:r>
              <a:rPr lang="en-US" dirty="0"/>
              <a:t>Business recommendations   </a:t>
            </a:r>
          </a:p>
        </p:txBody>
      </p:sp>
    </p:spTree>
    <p:extLst>
      <p:ext uri="{BB962C8B-B14F-4D97-AF65-F5344CB8AC3E}">
        <p14:creationId xmlns:p14="http://schemas.microsoft.com/office/powerpoint/2010/main" val="14173967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05AF1-623C-4E09-AB5D-8DD0571489F6}"/>
              </a:ext>
            </a:extLst>
          </p:cNvPr>
          <p:cNvSpPr>
            <a:spLocks noGrp="1"/>
          </p:cNvSpPr>
          <p:nvPr>
            <p:ph type="title"/>
          </p:nvPr>
        </p:nvSpPr>
        <p:spPr>
          <a:xfrm>
            <a:off x="5920169" y="1152771"/>
            <a:ext cx="5431971" cy="846301"/>
          </a:xfrm>
        </p:spPr>
        <p:txBody>
          <a:bodyPr/>
          <a:lstStyle/>
          <a:p>
            <a:r>
              <a:rPr lang="en-US" dirty="0"/>
              <a:t>Growth strategy</a:t>
            </a:r>
          </a:p>
        </p:txBody>
      </p:sp>
      <p:sp>
        <p:nvSpPr>
          <p:cNvPr id="3" name="Content Placeholder 2">
            <a:extLst>
              <a:ext uri="{FF2B5EF4-FFF2-40B4-BE49-F238E27FC236}">
                <a16:creationId xmlns:a16="http://schemas.microsoft.com/office/drawing/2014/main" id="{9B1DDDEF-20C4-4F65-BAC9-0A763DF7E02B}"/>
              </a:ext>
            </a:extLst>
          </p:cNvPr>
          <p:cNvSpPr>
            <a:spLocks noGrp="1"/>
          </p:cNvSpPr>
          <p:nvPr>
            <p:ph type="body" sz="quarter" idx="13"/>
          </p:nvPr>
        </p:nvSpPr>
        <p:spPr>
          <a:xfrm>
            <a:off x="5922254" y="2469515"/>
            <a:ext cx="5433204" cy="365125"/>
          </a:xfrm>
        </p:spPr>
        <p:txBody>
          <a:bodyPr vert="horz" lIns="91440" tIns="45720" rIns="91440" bIns="45720" rtlCol="0" anchor="t">
            <a:normAutofit lnSpcReduction="10000"/>
          </a:bodyPr>
          <a:lstStyle/>
          <a:p>
            <a:r>
              <a:rPr lang="en-US" dirty="0"/>
              <a:t>Feb 20XX</a:t>
            </a:r>
          </a:p>
        </p:txBody>
      </p:sp>
      <p:sp>
        <p:nvSpPr>
          <p:cNvPr id="17" name="Text Placeholder 16">
            <a:extLst>
              <a:ext uri="{FF2B5EF4-FFF2-40B4-BE49-F238E27FC236}">
                <a16:creationId xmlns:a16="http://schemas.microsoft.com/office/drawing/2014/main" id="{24158E79-DA49-4521-BEC6-A7BA93C41F4C}"/>
              </a:ext>
            </a:extLst>
          </p:cNvPr>
          <p:cNvSpPr>
            <a:spLocks noGrp="1"/>
          </p:cNvSpPr>
          <p:nvPr>
            <p:ph type="body" sz="quarter" idx="15"/>
          </p:nvPr>
        </p:nvSpPr>
        <p:spPr>
          <a:xfrm>
            <a:off x="5921828" y="2798940"/>
            <a:ext cx="5431971" cy="557950"/>
          </a:xfrm>
        </p:spPr>
        <p:txBody>
          <a:bodyPr>
            <a:normAutofit/>
          </a:bodyPr>
          <a:lstStyle/>
          <a:p>
            <a:r>
              <a:rPr lang="en-US" dirty="0"/>
              <a:t>Roll out product to high profile or top-level participants to help establish the product</a:t>
            </a:r>
          </a:p>
        </p:txBody>
      </p:sp>
      <p:sp>
        <p:nvSpPr>
          <p:cNvPr id="24" name="Text Placeholder 23">
            <a:extLst>
              <a:ext uri="{FF2B5EF4-FFF2-40B4-BE49-F238E27FC236}">
                <a16:creationId xmlns:a16="http://schemas.microsoft.com/office/drawing/2014/main" id="{319E41BC-4F05-4804-843A-E1846794FBF9}"/>
              </a:ext>
            </a:extLst>
          </p:cNvPr>
          <p:cNvSpPr>
            <a:spLocks noGrp="1"/>
          </p:cNvSpPr>
          <p:nvPr>
            <p:ph type="body" sz="quarter" idx="23"/>
          </p:nvPr>
        </p:nvSpPr>
        <p:spPr>
          <a:xfrm>
            <a:off x="5922254" y="3569311"/>
            <a:ext cx="5433204" cy="365125"/>
          </a:xfrm>
        </p:spPr>
        <p:txBody>
          <a:bodyPr>
            <a:normAutofit lnSpcReduction="10000"/>
          </a:bodyPr>
          <a:lstStyle/>
          <a:p>
            <a:r>
              <a:rPr lang="en-US" dirty="0"/>
              <a:t>Mar 20XX</a:t>
            </a:r>
          </a:p>
        </p:txBody>
      </p:sp>
      <p:sp>
        <p:nvSpPr>
          <p:cNvPr id="25" name="Text Placeholder 24">
            <a:extLst>
              <a:ext uri="{FF2B5EF4-FFF2-40B4-BE49-F238E27FC236}">
                <a16:creationId xmlns:a16="http://schemas.microsoft.com/office/drawing/2014/main" id="{23BDF8B9-53DF-46F4-98D4-053D78D610B0}"/>
              </a:ext>
            </a:extLst>
          </p:cNvPr>
          <p:cNvSpPr>
            <a:spLocks noGrp="1"/>
          </p:cNvSpPr>
          <p:nvPr>
            <p:ph type="body" sz="quarter" idx="24"/>
          </p:nvPr>
        </p:nvSpPr>
        <p:spPr>
          <a:xfrm>
            <a:off x="5921828" y="3898736"/>
            <a:ext cx="5431971" cy="557950"/>
          </a:xfrm>
        </p:spPr>
        <p:txBody>
          <a:bodyPr/>
          <a:lstStyle/>
          <a:p>
            <a:r>
              <a:rPr lang="en-US" dirty="0"/>
              <a:t>Release the product to the general public and monitor press release and social media accounts</a:t>
            </a:r>
          </a:p>
        </p:txBody>
      </p:sp>
      <p:sp>
        <p:nvSpPr>
          <p:cNvPr id="26" name="Text Placeholder 25">
            <a:extLst>
              <a:ext uri="{FF2B5EF4-FFF2-40B4-BE49-F238E27FC236}">
                <a16:creationId xmlns:a16="http://schemas.microsoft.com/office/drawing/2014/main" id="{0FD0A14C-4421-4979-AF8C-F7E649A88162}"/>
              </a:ext>
            </a:extLst>
          </p:cNvPr>
          <p:cNvSpPr>
            <a:spLocks noGrp="1"/>
          </p:cNvSpPr>
          <p:nvPr>
            <p:ph type="body" sz="quarter" idx="25"/>
          </p:nvPr>
        </p:nvSpPr>
        <p:spPr>
          <a:xfrm>
            <a:off x="5922254" y="4669107"/>
            <a:ext cx="5433204" cy="365125"/>
          </a:xfrm>
        </p:spPr>
        <p:txBody>
          <a:bodyPr>
            <a:normAutofit lnSpcReduction="10000"/>
          </a:bodyPr>
          <a:lstStyle/>
          <a:p>
            <a:r>
              <a:rPr lang="en-US" dirty="0"/>
              <a:t>Oct 20XX</a:t>
            </a:r>
          </a:p>
        </p:txBody>
      </p:sp>
      <p:sp>
        <p:nvSpPr>
          <p:cNvPr id="27" name="Text Placeholder 26">
            <a:extLst>
              <a:ext uri="{FF2B5EF4-FFF2-40B4-BE49-F238E27FC236}">
                <a16:creationId xmlns:a16="http://schemas.microsoft.com/office/drawing/2014/main" id="{9C0DB469-503B-40AF-84D1-C69B085AA96F}"/>
              </a:ext>
            </a:extLst>
          </p:cNvPr>
          <p:cNvSpPr>
            <a:spLocks noGrp="1"/>
          </p:cNvSpPr>
          <p:nvPr>
            <p:ph type="body" sz="quarter" idx="26"/>
          </p:nvPr>
        </p:nvSpPr>
        <p:spPr>
          <a:xfrm>
            <a:off x="5921828" y="4998532"/>
            <a:ext cx="5431971" cy="557950"/>
          </a:xfrm>
        </p:spPr>
        <p:txBody>
          <a:bodyPr>
            <a:normAutofit/>
          </a:bodyPr>
          <a:lstStyle/>
          <a:p>
            <a:r>
              <a:rPr lang="en-US" dirty="0"/>
              <a:t>Gather feedback and adjust product design as necessary</a:t>
            </a:r>
          </a:p>
          <a:p>
            <a:endParaRPr lang="en-US" dirty="0"/>
          </a:p>
        </p:txBody>
      </p:sp>
      <p:sp>
        <p:nvSpPr>
          <p:cNvPr id="4" name="Date Placeholder 3">
            <a:extLst>
              <a:ext uri="{FF2B5EF4-FFF2-40B4-BE49-F238E27FC236}">
                <a16:creationId xmlns:a16="http://schemas.microsoft.com/office/drawing/2014/main" id="{7FDC0E0A-2715-4BF9-8659-0ED8629BA242}"/>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20E75224-81EB-4CDA-BBBE-44B4B2F3C039}"/>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BA32F697-D1D4-4B0A-B960-D1869BF8607A}"/>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12</a:t>
            </a:fld>
            <a:endParaRPr lang="en-US" dirty="0"/>
          </a:p>
        </p:txBody>
      </p:sp>
    </p:spTree>
    <p:extLst>
      <p:ext uri="{BB962C8B-B14F-4D97-AF65-F5344CB8AC3E}">
        <p14:creationId xmlns:p14="http://schemas.microsoft.com/office/powerpoint/2010/main" val="14721061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71188AF-1B8F-40DD-90B1-DC0F52BA46BA}"/>
              </a:ext>
            </a:extLst>
          </p:cNvPr>
          <p:cNvSpPr>
            <a:spLocks noGrp="1"/>
          </p:cNvSpPr>
          <p:nvPr>
            <p:ph type="title"/>
          </p:nvPr>
        </p:nvSpPr>
        <p:spPr>
          <a:xfrm>
            <a:off x="838200" y="365125"/>
            <a:ext cx="10515600" cy="1325563"/>
          </a:xfrm>
        </p:spPr>
        <p:txBody>
          <a:bodyPr lIns="0"/>
          <a:lstStyle/>
          <a:p>
            <a:r>
              <a:rPr lang="en-US" dirty="0"/>
              <a:t>TRACTION</a:t>
            </a:r>
          </a:p>
        </p:txBody>
      </p:sp>
      <p:sp>
        <p:nvSpPr>
          <p:cNvPr id="75" name="Text Placeholder 74">
            <a:extLst>
              <a:ext uri="{FF2B5EF4-FFF2-40B4-BE49-F238E27FC236}">
                <a16:creationId xmlns:a16="http://schemas.microsoft.com/office/drawing/2014/main" id="{5425916A-A2C0-45C3-9A48-E48DEB97F631}"/>
              </a:ext>
            </a:extLst>
          </p:cNvPr>
          <p:cNvSpPr>
            <a:spLocks noGrp="1"/>
          </p:cNvSpPr>
          <p:nvPr>
            <p:ph type="body" sz="quarter" idx="16"/>
          </p:nvPr>
        </p:nvSpPr>
        <p:spPr>
          <a:xfrm>
            <a:off x="748749" y="1361938"/>
            <a:ext cx="6765925" cy="496888"/>
          </a:xfrm>
        </p:spPr>
        <p:txBody>
          <a:bodyPr/>
          <a:lstStyle/>
          <a:p>
            <a:r>
              <a:rPr lang="en-US" dirty="0"/>
              <a:t>Forecasting for success</a:t>
            </a:r>
          </a:p>
        </p:txBody>
      </p:sp>
      <p:graphicFrame>
        <p:nvGraphicFramePr>
          <p:cNvPr id="53" name="Table 50">
            <a:extLst>
              <a:ext uri="{FF2B5EF4-FFF2-40B4-BE49-F238E27FC236}">
                <a16:creationId xmlns:a16="http://schemas.microsoft.com/office/drawing/2014/main" id="{7EB17215-3702-4854-86F9-086DB8BCA17E}"/>
              </a:ext>
            </a:extLst>
          </p:cNvPr>
          <p:cNvGraphicFramePr>
            <a:graphicFrameLocks noGrp="1"/>
          </p:cNvGraphicFramePr>
          <p:nvPr>
            <p:ph type="chart" sz="quarter" idx="13"/>
            <p:extLst>
              <p:ext uri="{D42A27DB-BD31-4B8C-83A1-F6EECF244321}">
                <p14:modId xmlns:p14="http://schemas.microsoft.com/office/powerpoint/2010/main" val="2246906401"/>
              </p:ext>
            </p:extLst>
          </p:nvPr>
        </p:nvGraphicFramePr>
        <p:xfrm>
          <a:off x="838200" y="2286000"/>
          <a:ext cx="6099051" cy="3503684"/>
        </p:xfrm>
        <a:graphic>
          <a:graphicData uri="http://schemas.openxmlformats.org/drawingml/2006/table">
            <a:tbl>
              <a:tblPr firstRow="1" bandRow="1">
                <a:tableStyleId>{5C22544A-7EE6-4342-B048-85BDC9FD1C3A}</a:tableStyleId>
              </a:tblPr>
              <a:tblGrid>
                <a:gridCol w="1578631">
                  <a:extLst>
                    <a:ext uri="{9D8B030D-6E8A-4147-A177-3AD203B41FA5}">
                      <a16:colId xmlns:a16="http://schemas.microsoft.com/office/drawing/2014/main" val="544038161"/>
                    </a:ext>
                  </a:extLst>
                </a:gridCol>
                <a:gridCol w="1130105">
                  <a:extLst>
                    <a:ext uri="{9D8B030D-6E8A-4147-A177-3AD203B41FA5}">
                      <a16:colId xmlns:a16="http://schemas.microsoft.com/office/drawing/2014/main" val="2284043154"/>
                    </a:ext>
                  </a:extLst>
                </a:gridCol>
                <a:gridCol w="1130105">
                  <a:extLst>
                    <a:ext uri="{9D8B030D-6E8A-4147-A177-3AD203B41FA5}">
                      <a16:colId xmlns:a16="http://schemas.microsoft.com/office/drawing/2014/main" val="2987712514"/>
                    </a:ext>
                  </a:extLst>
                </a:gridCol>
                <a:gridCol w="1130105">
                  <a:extLst>
                    <a:ext uri="{9D8B030D-6E8A-4147-A177-3AD203B41FA5}">
                      <a16:colId xmlns:a16="http://schemas.microsoft.com/office/drawing/2014/main" val="1068233346"/>
                    </a:ext>
                  </a:extLst>
                </a:gridCol>
                <a:gridCol w="1130105">
                  <a:extLst>
                    <a:ext uri="{9D8B030D-6E8A-4147-A177-3AD203B41FA5}">
                      <a16:colId xmlns:a16="http://schemas.microsoft.com/office/drawing/2014/main" val="3019130451"/>
                    </a:ext>
                  </a:extLst>
                </a:gridCol>
              </a:tblGrid>
              <a:tr h="308774">
                <a:tc>
                  <a:txBody>
                    <a:bodyPr/>
                    <a:lstStyle/>
                    <a:p>
                      <a:pPr algn="r"/>
                      <a:r>
                        <a:rPr lang="en-US" sz="1400" b="0" cap="all" spc="150" baseline="0" dirty="0">
                          <a:solidFill>
                            <a:schemeClr val="tx1">
                              <a:lumMod val="75000"/>
                              <a:lumOff val="25000"/>
                            </a:schemeClr>
                          </a:solidFill>
                          <a:latin typeface="+mj-lt"/>
                        </a:rPr>
                        <a:t>Key Metrics</a:t>
                      </a: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endParaRPr lang="en-US" sz="1400" b="0" cap="all" spc="150" baseline="0" dirty="0">
                        <a:solidFill>
                          <a:schemeClr val="tx1">
                            <a:lumMod val="75000"/>
                            <a:lumOff val="25000"/>
                          </a:schemeClr>
                        </a:solidFill>
                        <a:latin typeface="+mj-lt"/>
                      </a:endParaRPr>
                    </a:p>
                  </a:txBody>
                  <a:tcPr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2723065677"/>
                  </a:ext>
                </a:extLst>
              </a:tr>
              <a:tr h="638982">
                <a:tc>
                  <a:txBody>
                    <a:bodyPr/>
                    <a:lstStyle/>
                    <a:p>
                      <a:pPr algn="ctr"/>
                      <a:endParaRPr lang="en-US" sz="1200" dirty="0">
                        <a:solidFill>
                          <a:schemeClr val="tx1">
                            <a:lumMod val="75000"/>
                            <a:lumOff val="25000"/>
                          </a:schemeClr>
                        </a:solidFill>
                      </a:endParaRPr>
                    </a:p>
                  </a:txBody>
                  <a:tcPr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Clients</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Orders</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Gross revenue</a:t>
                      </a:r>
                      <a:endParaRPr lang="ru-RU" sz="1200" kern="1200" dirty="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kern="1200" dirty="0">
                          <a:solidFill>
                            <a:schemeClr val="tx1">
                              <a:lumMod val="75000"/>
                              <a:lumOff val="25000"/>
                            </a:schemeClr>
                          </a:solidFill>
                          <a:latin typeface="+mn-lt"/>
                          <a:ea typeface="+mn-ea"/>
                          <a:cs typeface="+mn-cs"/>
                        </a:rPr>
                        <a:t>Net revenue</a:t>
                      </a:r>
                      <a:endParaRPr lang="ru-RU" sz="1200" kern="1200">
                        <a:solidFill>
                          <a:schemeClr val="tx1">
                            <a:lumMod val="75000"/>
                            <a:lumOff val="25000"/>
                          </a:schemeClr>
                        </a:solidFill>
                        <a:latin typeface="+mn-lt"/>
                        <a:ea typeface="+mn-ea"/>
                        <a:cs typeface="+mn-cs"/>
                      </a:endParaRPr>
                    </a:p>
                  </a:txBody>
                  <a:tcPr marL="95186" marR="95186" marT="47593" marB="47593" anchor="ctr">
                    <a:lnL w="12700" cmpd="sng">
                      <a:noFill/>
                    </a:lnL>
                    <a:lnR w="12700" cmpd="sng">
                      <a:noFill/>
                    </a:lnR>
                    <a:lnT w="38100" cmpd="sng">
                      <a:noFill/>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9137574"/>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1100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$10,000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$7,000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07742485"/>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20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200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$20,000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$16,000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66860975"/>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30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300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$30,000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$25,000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ap="flat" cmpd="sng" algn="ctr">
                      <a:solidFill>
                        <a:schemeClr val="accent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5121222"/>
                  </a:ext>
                </a:extLst>
              </a:tr>
              <a:tr h="638982">
                <a:tc>
                  <a:txBody>
                    <a:bodyPr/>
                    <a:lstStyle/>
                    <a:p>
                      <a:pPr algn="ctr"/>
                      <a:r>
                        <a:rPr lang="en-US" sz="1200" dirty="0">
                          <a:solidFill>
                            <a:schemeClr val="tx1">
                              <a:lumMod val="75000"/>
                              <a:lumOff val="25000"/>
                            </a:schemeClr>
                          </a:solidFill>
                        </a:rPr>
                        <a:t>20XX</a:t>
                      </a:r>
                      <a:endParaRPr lang="ru-RU" sz="1200">
                        <a:solidFill>
                          <a:schemeClr val="tx1">
                            <a:lumMod val="75000"/>
                            <a:lumOff val="25000"/>
                          </a:schemeClr>
                        </a:solidFill>
                      </a:endParaRPr>
                    </a:p>
                  </a:txBody>
                  <a:tcPr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40</a:t>
                      </a:r>
                      <a:endParaRPr lang="ru-RU" sz="120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algn="ctr"/>
                      <a:r>
                        <a:rPr lang="en-US" sz="1200" dirty="0">
                          <a:solidFill>
                            <a:schemeClr val="tx1">
                              <a:lumMod val="75000"/>
                              <a:lumOff val="25000"/>
                            </a:schemeClr>
                          </a:solidFill>
                        </a:rPr>
                        <a:t>400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$40,000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200" dirty="0">
                          <a:solidFill>
                            <a:schemeClr val="tx1">
                              <a:lumMod val="75000"/>
                              <a:lumOff val="25000"/>
                            </a:schemeClr>
                          </a:solidFill>
                        </a:rPr>
                        <a:t>$30,000</a:t>
                      </a:r>
                      <a:endParaRPr lang="ru-RU" sz="1200" dirty="0">
                        <a:solidFill>
                          <a:schemeClr val="tx1">
                            <a:lumMod val="75000"/>
                            <a:lumOff val="25000"/>
                          </a:schemeClr>
                        </a:solidFill>
                      </a:endParaRPr>
                    </a:p>
                  </a:txBody>
                  <a:tcPr marL="95186" marR="95186" marT="47593" marB="47593" anchor="ctr">
                    <a:lnL w="12700" cmpd="sng">
                      <a:noFill/>
                    </a:lnL>
                    <a:lnR w="12700" cmpd="sng">
                      <a:noFill/>
                    </a:lnR>
                    <a:lnT w="12700" cap="flat" cmpd="sng" algn="ctr">
                      <a:solidFill>
                        <a:schemeClr val="accent1">
                          <a:lumMod val="75000"/>
                        </a:schemeClr>
                      </a:solidFill>
                      <a:prstDash val="solid"/>
                      <a:round/>
                      <a:headEnd type="none" w="med" len="med"/>
                      <a:tailEnd type="none" w="med" len="med"/>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5123171"/>
                  </a:ext>
                </a:extLst>
              </a:tr>
            </a:tbl>
          </a:graphicData>
        </a:graphic>
      </p:graphicFrame>
      <p:sp>
        <p:nvSpPr>
          <p:cNvPr id="9" name="Text Placeholder 8">
            <a:extLst>
              <a:ext uri="{FF2B5EF4-FFF2-40B4-BE49-F238E27FC236}">
                <a16:creationId xmlns:a16="http://schemas.microsoft.com/office/drawing/2014/main" id="{C54CD4A7-4E1A-4902-993B-81A396A3670C}"/>
              </a:ext>
            </a:extLst>
          </p:cNvPr>
          <p:cNvSpPr>
            <a:spLocks noGrp="1"/>
          </p:cNvSpPr>
          <p:nvPr>
            <p:ph type="body" sz="quarter" idx="14"/>
          </p:nvPr>
        </p:nvSpPr>
        <p:spPr>
          <a:xfrm>
            <a:off x="7858125" y="2284624"/>
            <a:ext cx="3147332" cy="306388"/>
          </a:xfrm>
        </p:spPr>
        <p:txBody>
          <a:bodyPr>
            <a:normAutofit/>
          </a:bodyPr>
          <a:lstStyle/>
          <a:p>
            <a:r>
              <a:rPr lang="en-US" dirty="0"/>
              <a:t>REVENUE BY YEAR</a:t>
            </a:r>
          </a:p>
        </p:txBody>
      </p:sp>
      <p:graphicFrame>
        <p:nvGraphicFramePr>
          <p:cNvPr id="34" name="Content Placeholder 13" descr="Chart">
            <a:extLst>
              <a:ext uri="{FF2B5EF4-FFF2-40B4-BE49-F238E27FC236}">
                <a16:creationId xmlns:a16="http://schemas.microsoft.com/office/drawing/2014/main" id="{9E19FFD2-695D-4BD0-AA46-41C8970D76E2}"/>
              </a:ext>
            </a:extLst>
          </p:cNvPr>
          <p:cNvGraphicFramePr>
            <a:graphicFrameLocks noGrp="1"/>
          </p:cNvGraphicFramePr>
          <p:nvPr>
            <p:ph sz="quarter" idx="15"/>
            <p:extLst>
              <p:ext uri="{D42A27DB-BD31-4B8C-83A1-F6EECF244321}">
                <p14:modId xmlns:p14="http://schemas.microsoft.com/office/powerpoint/2010/main" val="2173192865"/>
              </p:ext>
            </p:extLst>
          </p:nvPr>
        </p:nvGraphicFramePr>
        <p:xfrm>
          <a:off x="7858125" y="2779713"/>
          <a:ext cx="3148013" cy="3095625"/>
        </p:xfrm>
        <a:graphic>
          <a:graphicData uri="http://schemas.openxmlformats.org/drawingml/2006/chart">
            <c:chart xmlns:c="http://schemas.openxmlformats.org/drawingml/2006/chart" xmlns:r="http://schemas.openxmlformats.org/officeDocument/2006/relationships" r:id="rId2"/>
          </a:graphicData>
        </a:graphic>
      </p:graphicFrame>
      <p:sp>
        <p:nvSpPr>
          <p:cNvPr id="2" name="Date Placeholder 1">
            <a:extLst>
              <a:ext uri="{FF2B5EF4-FFF2-40B4-BE49-F238E27FC236}">
                <a16:creationId xmlns:a16="http://schemas.microsoft.com/office/drawing/2014/main" id="{402600B4-5BE8-447C-8531-6CD75CB45735}"/>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217076FA-2B16-4A6F-9631-8D175CE7886C}"/>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7088B044-C125-4F21-B6E1-ECBEB9762151}"/>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13</a:t>
            </a:fld>
            <a:endParaRPr lang="en-US" dirty="0"/>
          </a:p>
        </p:txBody>
      </p:sp>
      <p:cxnSp>
        <p:nvCxnSpPr>
          <p:cNvPr id="10" name="Straight Connector 9">
            <a:extLst>
              <a:ext uri="{FF2B5EF4-FFF2-40B4-BE49-F238E27FC236}">
                <a16:creationId xmlns:a16="http://schemas.microsoft.com/office/drawing/2014/main" id="{B98F823A-E7BB-4668-930B-C119B7771E74}"/>
              </a:ext>
              <a:ext uri="{C183D7F6-B498-43B3-948B-1728B52AA6E4}">
                <adec:decorative xmlns:adec="http://schemas.microsoft.com/office/drawing/2017/decorative" val="1"/>
              </a:ext>
            </a:extLst>
          </p:cNvPr>
          <p:cNvCxnSpPr>
            <a:cxnSpLocks/>
          </p:cNvCxnSpPr>
          <p:nvPr/>
        </p:nvCxnSpPr>
        <p:spPr>
          <a:xfrm>
            <a:off x="10178143" y="0"/>
            <a:ext cx="2013857" cy="14151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5173C4F3-0B20-4720-9910-82CE4DCE4DBF}"/>
              </a:ext>
              <a:ext uri="{C183D7F6-B498-43B3-948B-1728B52AA6E4}">
                <adec:decorative xmlns:adec="http://schemas.microsoft.com/office/drawing/2017/decorative" val="1"/>
              </a:ext>
            </a:extLst>
          </p:cNvPr>
          <p:cNvCxnSpPr>
            <a:cxnSpLocks/>
          </p:cNvCxnSpPr>
          <p:nvPr/>
        </p:nvCxnSpPr>
        <p:spPr>
          <a:xfrm>
            <a:off x="8752114" y="0"/>
            <a:ext cx="3439886" cy="576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8719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84294-49A0-4C63-A7D7-E3BF9E591F59}"/>
              </a:ext>
            </a:extLst>
          </p:cNvPr>
          <p:cNvSpPr>
            <a:spLocks noGrp="1"/>
          </p:cNvSpPr>
          <p:nvPr>
            <p:ph type="title"/>
          </p:nvPr>
        </p:nvSpPr>
        <p:spPr>
          <a:xfrm>
            <a:off x="838200" y="365125"/>
            <a:ext cx="10515600" cy="1325563"/>
          </a:xfrm>
        </p:spPr>
        <p:txBody>
          <a:bodyPr/>
          <a:lstStyle/>
          <a:p>
            <a:r>
              <a:rPr lang="en-US" dirty="0"/>
              <a:t>TWO-YEAR ACTION PLAN</a:t>
            </a:r>
          </a:p>
        </p:txBody>
      </p:sp>
      <p:sp>
        <p:nvSpPr>
          <p:cNvPr id="110" name="Text Placeholder 31">
            <a:extLst>
              <a:ext uri="{FF2B5EF4-FFF2-40B4-BE49-F238E27FC236}">
                <a16:creationId xmlns:a16="http://schemas.microsoft.com/office/drawing/2014/main" id="{2FF506C9-7C92-4B9C-A356-9B519D03C78D}"/>
              </a:ext>
            </a:extLst>
          </p:cNvPr>
          <p:cNvSpPr txBox="1">
            <a:spLocks/>
          </p:cNvSpPr>
          <p:nvPr/>
        </p:nvSpPr>
        <p:spPr>
          <a:xfrm>
            <a:off x="2042184" y="2220913"/>
            <a:ext cx="2057400"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DRAFT BLUEPRINTS</a:t>
            </a:r>
            <a:endParaRPr lang="en-US" sz="1100" dirty="0"/>
          </a:p>
        </p:txBody>
      </p:sp>
      <p:sp>
        <p:nvSpPr>
          <p:cNvPr id="52" name="Text Placeholder 31">
            <a:extLst>
              <a:ext uri="{FF2B5EF4-FFF2-40B4-BE49-F238E27FC236}">
                <a16:creationId xmlns:a16="http://schemas.microsoft.com/office/drawing/2014/main" id="{EFC30FAC-E9E5-427E-B670-7978BE575652}"/>
              </a:ext>
            </a:extLst>
          </p:cNvPr>
          <p:cNvSpPr txBox="1">
            <a:spLocks/>
          </p:cNvSpPr>
          <p:nvPr/>
        </p:nvSpPr>
        <p:spPr>
          <a:xfrm>
            <a:off x="5190031" y="2218613"/>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GATHER FEEDBACK</a:t>
            </a:r>
            <a:endParaRPr lang="en-US" sz="1100" dirty="0"/>
          </a:p>
        </p:txBody>
      </p:sp>
      <p:sp>
        <p:nvSpPr>
          <p:cNvPr id="54" name="Text Placeholder 31">
            <a:extLst>
              <a:ext uri="{FF2B5EF4-FFF2-40B4-BE49-F238E27FC236}">
                <a16:creationId xmlns:a16="http://schemas.microsoft.com/office/drawing/2014/main" id="{E0CD2DAB-9E42-4D11-A98D-56ECD20DBC7E}"/>
              </a:ext>
            </a:extLst>
          </p:cNvPr>
          <p:cNvSpPr txBox="1">
            <a:spLocks/>
          </p:cNvSpPr>
          <p:nvPr/>
        </p:nvSpPr>
        <p:spPr>
          <a:xfrm>
            <a:off x="9121117" y="2222398"/>
            <a:ext cx="2057804" cy="561975"/>
          </a:xfrm>
          <a:prstGeom prst="rect">
            <a:avLst/>
          </a:prstGeom>
        </p:spPr>
        <p:txBody>
          <a:bodyPr vert="horz" lIns="91440" tIns="45720" rIns="91440" bIns="45720" rtlCol="0" anchor="b">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DELIVER TO CLIENT</a:t>
            </a:r>
            <a:endParaRPr lang="en-US" sz="1100" dirty="0"/>
          </a:p>
        </p:txBody>
      </p:sp>
      <p:sp>
        <p:nvSpPr>
          <p:cNvPr id="6" name="Text Placeholder 5">
            <a:extLst>
              <a:ext uri="{FF2B5EF4-FFF2-40B4-BE49-F238E27FC236}">
                <a16:creationId xmlns:a16="http://schemas.microsoft.com/office/drawing/2014/main" id="{A6861FF3-B902-4DEC-B46D-0F2E499C51CF}"/>
              </a:ext>
            </a:extLst>
          </p:cNvPr>
          <p:cNvSpPr>
            <a:spLocks noGrp="1"/>
          </p:cNvSpPr>
          <p:nvPr>
            <p:ph type="body" sz="quarter" idx="33"/>
          </p:nvPr>
        </p:nvSpPr>
        <p:spPr>
          <a:xfrm>
            <a:off x="914399" y="3354712"/>
            <a:ext cx="731520" cy="457200"/>
          </a:xfrm>
        </p:spPr>
        <p:txBody>
          <a:bodyPr>
            <a:normAutofit/>
          </a:bodyPr>
          <a:lstStyle/>
          <a:p>
            <a:r>
              <a:rPr lang="en-US" dirty="0"/>
              <a:t>20XX</a:t>
            </a:r>
          </a:p>
        </p:txBody>
      </p:sp>
      <p:sp>
        <p:nvSpPr>
          <p:cNvPr id="7" name="Text Placeholder 6">
            <a:extLst>
              <a:ext uri="{FF2B5EF4-FFF2-40B4-BE49-F238E27FC236}">
                <a16:creationId xmlns:a16="http://schemas.microsoft.com/office/drawing/2014/main" id="{05941AA2-C85B-41A7-9264-A0C66F32930C}"/>
              </a:ext>
            </a:extLst>
          </p:cNvPr>
          <p:cNvSpPr>
            <a:spLocks noGrp="1"/>
          </p:cNvSpPr>
          <p:nvPr>
            <p:ph type="body" sz="quarter" idx="34"/>
          </p:nvPr>
        </p:nvSpPr>
        <p:spPr>
          <a:xfrm>
            <a:off x="1965960" y="3502152"/>
            <a:ext cx="640080" cy="201776"/>
          </a:xfrm>
        </p:spPr>
        <p:txBody>
          <a:bodyPr>
            <a:normAutofit fontScale="85000" lnSpcReduction="20000"/>
          </a:bodyPr>
          <a:lstStyle/>
          <a:p>
            <a:r>
              <a:rPr lang="en-US" dirty="0"/>
              <a:t>JAN</a:t>
            </a:r>
          </a:p>
        </p:txBody>
      </p:sp>
      <p:sp>
        <p:nvSpPr>
          <p:cNvPr id="8" name="Text Placeholder 7">
            <a:extLst>
              <a:ext uri="{FF2B5EF4-FFF2-40B4-BE49-F238E27FC236}">
                <a16:creationId xmlns:a16="http://schemas.microsoft.com/office/drawing/2014/main" id="{2C4BD3D3-C7A9-46F1-8ED8-AB8D1BB89262}"/>
              </a:ext>
            </a:extLst>
          </p:cNvPr>
          <p:cNvSpPr>
            <a:spLocks noGrp="1"/>
          </p:cNvSpPr>
          <p:nvPr>
            <p:ph type="body" sz="quarter" idx="35"/>
          </p:nvPr>
        </p:nvSpPr>
        <p:spPr>
          <a:xfrm>
            <a:off x="2753880" y="3502152"/>
            <a:ext cx="640080" cy="201776"/>
          </a:xfrm>
        </p:spPr>
        <p:txBody>
          <a:bodyPr>
            <a:normAutofit fontScale="85000" lnSpcReduction="20000"/>
          </a:bodyPr>
          <a:lstStyle/>
          <a:p>
            <a:r>
              <a:rPr lang="en-US" dirty="0"/>
              <a:t>FEB</a:t>
            </a:r>
          </a:p>
        </p:txBody>
      </p:sp>
      <p:sp>
        <p:nvSpPr>
          <p:cNvPr id="9" name="Text Placeholder 8">
            <a:extLst>
              <a:ext uri="{FF2B5EF4-FFF2-40B4-BE49-F238E27FC236}">
                <a16:creationId xmlns:a16="http://schemas.microsoft.com/office/drawing/2014/main" id="{873EDDDB-6509-4407-BA35-232AAF9F198D}"/>
              </a:ext>
            </a:extLst>
          </p:cNvPr>
          <p:cNvSpPr>
            <a:spLocks noGrp="1"/>
          </p:cNvSpPr>
          <p:nvPr>
            <p:ph type="body" sz="quarter" idx="36"/>
          </p:nvPr>
        </p:nvSpPr>
        <p:spPr>
          <a:xfrm>
            <a:off x="3541800" y="3502152"/>
            <a:ext cx="640080" cy="201776"/>
          </a:xfrm>
        </p:spPr>
        <p:txBody>
          <a:bodyPr>
            <a:normAutofit fontScale="85000" lnSpcReduction="20000"/>
          </a:bodyPr>
          <a:lstStyle/>
          <a:p>
            <a:r>
              <a:rPr lang="en-US" dirty="0"/>
              <a:t>MAR</a:t>
            </a:r>
          </a:p>
        </p:txBody>
      </p:sp>
      <p:sp>
        <p:nvSpPr>
          <p:cNvPr id="10" name="Text Placeholder 9">
            <a:extLst>
              <a:ext uri="{FF2B5EF4-FFF2-40B4-BE49-F238E27FC236}">
                <a16:creationId xmlns:a16="http://schemas.microsoft.com/office/drawing/2014/main" id="{A33A061F-AC2A-4E3F-B448-DC6FEC307A53}"/>
              </a:ext>
            </a:extLst>
          </p:cNvPr>
          <p:cNvSpPr>
            <a:spLocks noGrp="1"/>
          </p:cNvSpPr>
          <p:nvPr>
            <p:ph type="body" sz="quarter" idx="37"/>
          </p:nvPr>
        </p:nvSpPr>
        <p:spPr>
          <a:xfrm>
            <a:off x="4329720" y="3502152"/>
            <a:ext cx="640080" cy="201776"/>
          </a:xfrm>
        </p:spPr>
        <p:txBody>
          <a:bodyPr>
            <a:normAutofit fontScale="85000" lnSpcReduction="20000"/>
          </a:bodyPr>
          <a:lstStyle/>
          <a:p>
            <a:r>
              <a:rPr lang="en-US" dirty="0"/>
              <a:t>APR</a:t>
            </a:r>
          </a:p>
        </p:txBody>
      </p:sp>
      <p:sp>
        <p:nvSpPr>
          <p:cNvPr id="12" name="Text Placeholder 11">
            <a:extLst>
              <a:ext uri="{FF2B5EF4-FFF2-40B4-BE49-F238E27FC236}">
                <a16:creationId xmlns:a16="http://schemas.microsoft.com/office/drawing/2014/main" id="{FAC81818-8260-4E49-9FCC-569FDE30B0B1}"/>
              </a:ext>
            </a:extLst>
          </p:cNvPr>
          <p:cNvSpPr>
            <a:spLocks noGrp="1"/>
          </p:cNvSpPr>
          <p:nvPr>
            <p:ph type="body" sz="quarter" idx="39"/>
          </p:nvPr>
        </p:nvSpPr>
        <p:spPr>
          <a:xfrm>
            <a:off x="5117640" y="3502152"/>
            <a:ext cx="640080" cy="201776"/>
          </a:xfrm>
        </p:spPr>
        <p:txBody>
          <a:bodyPr>
            <a:normAutofit fontScale="85000" lnSpcReduction="20000"/>
          </a:bodyPr>
          <a:lstStyle/>
          <a:p>
            <a:r>
              <a:rPr lang="en-US" dirty="0"/>
              <a:t>MAY</a:t>
            </a:r>
          </a:p>
        </p:txBody>
      </p:sp>
      <p:sp>
        <p:nvSpPr>
          <p:cNvPr id="13" name="Text Placeholder 12">
            <a:extLst>
              <a:ext uri="{FF2B5EF4-FFF2-40B4-BE49-F238E27FC236}">
                <a16:creationId xmlns:a16="http://schemas.microsoft.com/office/drawing/2014/main" id="{D1FD068B-6917-4C40-B40D-5F7B670EA7BE}"/>
              </a:ext>
            </a:extLst>
          </p:cNvPr>
          <p:cNvSpPr>
            <a:spLocks noGrp="1"/>
          </p:cNvSpPr>
          <p:nvPr>
            <p:ph type="body" sz="quarter" idx="40"/>
          </p:nvPr>
        </p:nvSpPr>
        <p:spPr>
          <a:xfrm>
            <a:off x="5905560" y="3502152"/>
            <a:ext cx="640080" cy="201776"/>
          </a:xfrm>
        </p:spPr>
        <p:txBody>
          <a:bodyPr>
            <a:normAutofit fontScale="85000" lnSpcReduction="20000"/>
          </a:bodyPr>
          <a:lstStyle/>
          <a:p>
            <a:r>
              <a:rPr lang="en-US" dirty="0"/>
              <a:t>JUN</a:t>
            </a:r>
          </a:p>
        </p:txBody>
      </p:sp>
      <p:sp>
        <p:nvSpPr>
          <p:cNvPr id="14" name="Text Placeholder 13">
            <a:extLst>
              <a:ext uri="{FF2B5EF4-FFF2-40B4-BE49-F238E27FC236}">
                <a16:creationId xmlns:a16="http://schemas.microsoft.com/office/drawing/2014/main" id="{EEAE71AD-30AF-4021-B577-B686EC6DA329}"/>
              </a:ext>
            </a:extLst>
          </p:cNvPr>
          <p:cNvSpPr>
            <a:spLocks noGrp="1"/>
          </p:cNvSpPr>
          <p:nvPr>
            <p:ph type="body" sz="quarter" idx="41"/>
          </p:nvPr>
        </p:nvSpPr>
        <p:spPr>
          <a:xfrm>
            <a:off x="6693480" y="3502152"/>
            <a:ext cx="640080" cy="201776"/>
          </a:xfrm>
        </p:spPr>
        <p:txBody>
          <a:bodyPr>
            <a:normAutofit fontScale="85000" lnSpcReduction="20000"/>
          </a:bodyPr>
          <a:lstStyle/>
          <a:p>
            <a:r>
              <a:rPr lang="en-US" dirty="0"/>
              <a:t>JUL</a:t>
            </a:r>
          </a:p>
        </p:txBody>
      </p:sp>
      <p:sp>
        <p:nvSpPr>
          <p:cNvPr id="16" name="Text Placeholder 15">
            <a:extLst>
              <a:ext uri="{FF2B5EF4-FFF2-40B4-BE49-F238E27FC236}">
                <a16:creationId xmlns:a16="http://schemas.microsoft.com/office/drawing/2014/main" id="{D8E5FFBE-125E-43C8-A66E-DE8D2FE7AF38}"/>
              </a:ext>
            </a:extLst>
          </p:cNvPr>
          <p:cNvSpPr>
            <a:spLocks noGrp="1"/>
          </p:cNvSpPr>
          <p:nvPr>
            <p:ph type="body" sz="quarter" idx="43"/>
          </p:nvPr>
        </p:nvSpPr>
        <p:spPr>
          <a:xfrm>
            <a:off x="7481400" y="3502152"/>
            <a:ext cx="640080" cy="201776"/>
          </a:xfrm>
        </p:spPr>
        <p:txBody>
          <a:bodyPr>
            <a:normAutofit fontScale="85000" lnSpcReduction="20000"/>
          </a:bodyPr>
          <a:lstStyle/>
          <a:p>
            <a:r>
              <a:rPr lang="en-US" dirty="0"/>
              <a:t>AUG</a:t>
            </a:r>
          </a:p>
        </p:txBody>
      </p:sp>
      <p:sp>
        <p:nvSpPr>
          <p:cNvPr id="17" name="Text Placeholder 16">
            <a:extLst>
              <a:ext uri="{FF2B5EF4-FFF2-40B4-BE49-F238E27FC236}">
                <a16:creationId xmlns:a16="http://schemas.microsoft.com/office/drawing/2014/main" id="{7209F81D-5EC6-4D97-B0C2-AC00081AB1A7}"/>
              </a:ext>
            </a:extLst>
          </p:cNvPr>
          <p:cNvSpPr>
            <a:spLocks noGrp="1"/>
          </p:cNvSpPr>
          <p:nvPr>
            <p:ph type="body" sz="quarter" idx="44"/>
          </p:nvPr>
        </p:nvSpPr>
        <p:spPr>
          <a:xfrm>
            <a:off x="8269320" y="3502152"/>
            <a:ext cx="640080" cy="201776"/>
          </a:xfrm>
        </p:spPr>
        <p:txBody>
          <a:bodyPr>
            <a:normAutofit fontScale="85000" lnSpcReduction="20000"/>
          </a:bodyPr>
          <a:lstStyle/>
          <a:p>
            <a:r>
              <a:rPr lang="en-US" dirty="0"/>
              <a:t>SEP</a:t>
            </a:r>
          </a:p>
        </p:txBody>
      </p:sp>
      <p:sp>
        <p:nvSpPr>
          <p:cNvPr id="15" name="Text Placeholder 14">
            <a:extLst>
              <a:ext uri="{FF2B5EF4-FFF2-40B4-BE49-F238E27FC236}">
                <a16:creationId xmlns:a16="http://schemas.microsoft.com/office/drawing/2014/main" id="{4A477EE3-A17C-4158-91E8-03A401BE96CB}"/>
              </a:ext>
            </a:extLst>
          </p:cNvPr>
          <p:cNvSpPr>
            <a:spLocks noGrp="1"/>
          </p:cNvSpPr>
          <p:nvPr>
            <p:ph type="body" sz="quarter" idx="42"/>
          </p:nvPr>
        </p:nvSpPr>
        <p:spPr>
          <a:xfrm>
            <a:off x="9057240" y="3502152"/>
            <a:ext cx="640080" cy="201776"/>
          </a:xfrm>
        </p:spPr>
        <p:txBody>
          <a:bodyPr>
            <a:normAutofit fontScale="85000" lnSpcReduction="20000"/>
          </a:bodyPr>
          <a:lstStyle/>
          <a:p>
            <a:r>
              <a:rPr lang="en-US" dirty="0"/>
              <a:t>OCT</a:t>
            </a:r>
          </a:p>
        </p:txBody>
      </p:sp>
      <p:sp>
        <p:nvSpPr>
          <p:cNvPr id="18" name="Text Placeholder 17">
            <a:extLst>
              <a:ext uri="{FF2B5EF4-FFF2-40B4-BE49-F238E27FC236}">
                <a16:creationId xmlns:a16="http://schemas.microsoft.com/office/drawing/2014/main" id="{C477818B-3CAB-4A39-939D-99E98D2EE682}"/>
              </a:ext>
            </a:extLst>
          </p:cNvPr>
          <p:cNvSpPr>
            <a:spLocks noGrp="1"/>
          </p:cNvSpPr>
          <p:nvPr>
            <p:ph type="body" sz="quarter" idx="45"/>
          </p:nvPr>
        </p:nvSpPr>
        <p:spPr>
          <a:xfrm>
            <a:off x="9845160" y="3502152"/>
            <a:ext cx="640080" cy="201776"/>
          </a:xfrm>
        </p:spPr>
        <p:txBody>
          <a:bodyPr>
            <a:normAutofit fontScale="85000" lnSpcReduction="20000"/>
          </a:bodyPr>
          <a:lstStyle/>
          <a:p>
            <a:r>
              <a:rPr lang="en-US" dirty="0"/>
              <a:t>NOV</a:t>
            </a:r>
          </a:p>
        </p:txBody>
      </p:sp>
      <p:sp>
        <p:nvSpPr>
          <p:cNvPr id="19" name="Text Placeholder 18">
            <a:extLst>
              <a:ext uri="{FF2B5EF4-FFF2-40B4-BE49-F238E27FC236}">
                <a16:creationId xmlns:a16="http://schemas.microsoft.com/office/drawing/2014/main" id="{A7907FC8-DAAF-4896-A2B1-C173BF2FAE69}"/>
              </a:ext>
            </a:extLst>
          </p:cNvPr>
          <p:cNvSpPr>
            <a:spLocks noGrp="1"/>
          </p:cNvSpPr>
          <p:nvPr>
            <p:ph type="body" sz="quarter" idx="46"/>
          </p:nvPr>
        </p:nvSpPr>
        <p:spPr>
          <a:xfrm>
            <a:off x="10633085" y="3502152"/>
            <a:ext cx="640080" cy="201776"/>
          </a:xfrm>
        </p:spPr>
        <p:txBody>
          <a:bodyPr>
            <a:normAutofit fontScale="85000" lnSpcReduction="20000"/>
          </a:bodyPr>
          <a:lstStyle/>
          <a:p>
            <a:r>
              <a:rPr lang="en-US" dirty="0"/>
              <a:t>DEC</a:t>
            </a:r>
          </a:p>
        </p:txBody>
      </p:sp>
      <p:sp>
        <p:nvSpPr>
          <p:cNvPr id="11" name="Year">
            <a:extLst>
              <a:ext uri="{FF2B5EF4-FFF2-40B4-BE49-F238E27FC236}">
                <a16:creationId xmlns:a16="http://schemas.microsoft.com/office/drawing/2014/main" id="{44D29552-2F85-4F4F-9B7F-B79798681FB6}"/>
              </a:ext>
            </a:extLst>
          </p:cNvPr>
          <p:cNvSpPr>
            <a:spLocks noGrp="1"/>
          </p:cNvSpPr>
          <p:nvPr>
            <p:ph type="body" sz="quarter" idx="38"/>
          </p:nvPr>
        </p:nvSpPr>
        <p:spPr>
          <a:xfrm>
            <a:off x="914400" y="4292468"/>
            <a:ext cx="731520" cy="457200"/>
          </a:xfrm>
        </p:spPr>
        <p:txBody>
          <a:bodyPr>
            <a:normAutofit/>
          </a:bodyPr>
          <a:lstStyle/>
          <a:p>
            <a:r>
              <a:rPr lang="en-US" dirty="0"/>
              <a:t>20XX</a:t>
            </a:r>
          </a:p>
        </p:txBody>
      </p:sp>
      <p:sp>
        <p:nvSpPr>
          <p:cNvPr id="20" name="Text Placeholder 19">
            <a:extLst>
              <a:ext uri="{FF2B5EF4-FFF2-40B4-BE49-F238E27FC236}">
                <a16:creationId xmlns:a16="http://schemas.microsoft.com/office/drawing/2014/main" id="{FEC65619-A68A-4D21-9D17-40F8692EF196}"/>
              </a:ext>
            </a:extLst>
          </p:cNvPr>
          <p:cNvSpPr>
            <a:spLocks noGrp="1"/>
          </p:cNvSpPr>
          <p:nvPr>
            <p:ph type="body" sz="quarter" idx="47"/>
          </p:nvPr>
        </p:nvSpPr>
        <p:spPr>
          <a:xfrm>
            <a:off x="1969915" y="4425696"/>
            <a:ext cx="640080" cy="201776"/>
          </a:xfrm>
        </p:spPr>
        <p:txBody>
          <a:bodyPr>
            <a:normAutofit fontScale="85000" lnSpcReduction="20000"/>
          </a:bodyPr>
          <a:lstStyle/>
          <a:p>
            <a:r>
              <a:rPr lang="en-US" dirty="0"/>
              <a:t>JAN</a:t>
            </a:r>
          </a:p>
        </p:txBody>
      </p:sp>
      <p:sp>
        <p:nvSpPr>
          <p:cNvPr id="21" name="Text Placeholder 20">
            <a:extLst>
              <a:ext uri="{FF2B5EF4-FFF2-40B4-BE49-F238E27FC236}">
                <a16:creationId xmlns:a16="http://schemas.microsoft.com/office/drawing/2014/main" id="{D9C4CCA5-A2BE-4897-994D-9B1669D69FD3}"/>
              </a:ext>
            </a:extLst>
          </p:cNvPr>
          <p:cNvSpPr>
            <a:spLocks noGrp="1"/>
          </p:cNvSpPr>
          <p:nvPr>
            <p:ph type="body" sz="quarter" idx="48"/>
          </p:nvPr>
        </p:nvSpPr>
        <p:spPr>
          <a:xfrm>
            <a:off x="2757602" y="4425696"/>
            <a:ext cx="640080" cy="201776"/>
          </a:xfrm>
        </p:spPr>
        <p:txBody>
          <a:bodyPr>
            <a:normAutofit fontScale="85000" lnSpcReduction="20000"/>
          </a:bodyPr>
          <a:lstStyle/>
          <a:p>
            <a:r>
              <a:rPr lang="en-US" dirty="0"/>
              <a:t>FEB</a:t>
            </a:r>
          </a:p>
        </p:txBody>
      </p:sp>
      <p:sp>
        <p:nvSpPr>
          <p:cNvPr id="22" name="Text Placeholder 21">
            <a:extLst>
              <a:ext uri="{FF2B5EF4-FFF2-40B4-BE49-F238E27FC236}">
                <a16:creationId xmlns:a16="http://schemas.microsoft.com/office/drawing/2014/main" id="{0C5FD452-DC3E-4D62-B19B-0A79E604A8A8}"/>
              </a:ext>
            </a:extLst>
          </p:cNvPr>
          <p:cNvSpPr>
            <a:spLocks noGrp="1"/>
          </p:cNvSpPr>
          <p:nvPr>
            <p:ph type="body" sz="quarter" idx="49"/>
          </p:nvPr>
        </p:nvSpPr>
        <p:spPr>
          <a:xfrm>
            <a:off x="3545289" y="4425696"/>
            <a:ext cx="640080" cy="201776"/>
          </a:xfrm>
        </p:spPr>
        <p:txBody>
          <a:bodyPr>
            <a:normAutofit fontScale="85000" lnSpcReduction="20000"/>
          </a:bodyPr>
          <a:lstStyle/>
          <a:p>
            <a:r>
              <a:rPr lang="en-US" dirty="0"/>
              <a:t>MAR</a:t>
            </a:r>
          </a:p>
        </p:txBody>
      </p:sp>
      <p:sp>
        <p:nvSpPr>
          <p:cNvPr id="23" name="Text Placeholder 22">
            <a:extLst>
              <a:ext uri="{FF2B5EF4-FFF2-40B4-BE49-F238E27FC236}">
                <a16:creationId xmlns:a16="http://schemas.microsoft.com/office/drawing/2014/main" id="{96D290B2-F312-4D9A-96C7-D40523406AC5}"/>
              </a:ext>
            </a:extLst>
          </p:cNvPr>
          <p:cNvSpPr>
            <a:spLocks noGrp="1"/>
          </p:cNvSpPr>
          <p:nvPr>
            <p:ph type="body" sz="quarter" idx="50"/>
          </p:nvPr>
        </p:nvSpPr>
        <p:spPr>
          <a:xfrm>
            <a:off x="4332976" y="4425696"/>
            <a:ext cx="640080" cy="201776"/>
          </a:xfrm>
        </p:spPr>
        <p:txBody>
          <a:bodyPr>
            <a:normAutofit fontScale="85000" lnSpcReduction="20000"/>
          </a:bodyPr>
          <a:lstStyle/>
          <a:p>
            <a:r>
              <a:rPr lang="en-US" dirty="0"/>
              <a:t>APR</a:t>
            </a:r>
          </a:p>
        </p:txBody>
      </p:sp>
      <p:sp>
        <p:nvSpPr>
          <p:cNvPr id="24" name="Text Placeholder 23">
            <a:extLst>
              <a:ext uri="{FF2B5EF4-FFF2-40B4-BE49-F238E27FC236}">
                <a16:creationId xmlns:a16="http://schemas.microsoft.com/office/drawing/2014/main" id="{80E52477-0BA9-471B-B2C2-F1A03FCF188F}"/>
              </a:ext>
            </a:extLst>
          </p:cNvPr>
          <p:cNvSpPr>
            <a:spLocks noGrp="1"/>
          </p:cNvSpPr>
          <p:nvPr>
            <p:ph type="body" sz="quarter" idx="51"/>
          </p:nvPr>
        </p:nvSpPr>
        <p:spPr>
          <a:xfrm>
            <a:off x="5120663" y="4425696"/>
            <a:ext cx="640080" cy="201776"/>
          </a:xfrm>
        </p:spPr>
        <p:txBody>
          <a:bodyPr>
            <a:normAutofit fontScale="85000" lnSpcReduction="20000"/>
          </a:bodyPr>
          <a:lstStyle/>
          <a:p>
            <a:r>
              <a:rPr lang="en-US" dirty="0"/>
              <a:t>MAY</a:t>
            </a:r>
          </a:p>
        </p:txBody>
      </p:sp>
      <p:sp>
        <p:nvSpPr>
          <p:cNvPr id="25" name="Text Placeholder 24">
            <a:extLst>
              <a:ext uri="{FF2B5EF4-FFF2-40B4-BE49-F238E27FC236}">
                <a16:creationId xmlns:a16="http://schemas.microsoft.com/office/drawing/2014/main" id="{70D1D022-03FA-47E6-8430-252C6D5B4C4E}"/>
              </a:ext>
            </a:extLst>
          </p:cNvPr>
          <p:cNvSpPr>
            <a:spLocks noGrp="1"/>
          </p:cNvSpPr>
          <p:nvPr>
            <p:ph type="body" sz="quarter" idx="52"/>
          </p:nvPr>
        </p:nvSpPr>
        <p:spPr>
          <a:xfrm>
            <a:off x="5908350" y="4425696"/>
            <a:ext cx="640080" cy="201776"/>
          </a:xfrm>
        </p:spPr>
        <p:txBody>
          <a:bodyPr>
            <a:normAutofit fontScale="85000" lnSpcReduction="20000"/>
          </a:bodyPr>
          <a:lstStyle/>
          <a:p>
            <a:r>
              <a:rPr lang="en-US" dirty="0"/>
              <a:t>JUN</a:t>
            </a:r>
          </a:p>
        </p:txBody>
      </p:sp>
      <p:sp>
        <p:nvSpPr>
          <p:cNvPr id="26" name="Text Placeholder 25">
            <a:extLst>
              <a:ext uri="{FF2B5EF4-FFF2-40B4-BE49-F238E27FC236}">
                <a16:creationId xmlns:a16="http://schemas.microsoft.com/office/drawing/2014/main" id="{FA7483FC-7290-41B1-B371-ECA1174519DE}"/>
              </a:ext>
            </a:extLst>
          </p:cNvPr>
          <p:cNvSpPr>
            <a:spLocks noGrp="1"/>
          </p:cNvSpPr>
          <p:nvPr>
            <p:ph type="body" sz="quarter" idx="53"/>
          </p:nvPr>
        </p:nvSpPr>
        <p:spPr>
          <a:xfrm>
            <a:off x="6696037" y="4425696"/>
            <a:ext cx="640080" cy="201776"/>
          </a:xfrm>
        </p:spPr>
        <p:txBody>
          <a:bodyPr>
            <a:normAutofit fontScale="85000" lnSpcReduction="20000"/>
          </a:bodyPr>
          <a:lstStyle/>
          <a:p>
            <a:r>
              <a:rPr lang="en-US" dirty="0"/>
              <a:t>JUL</a:t>
            </a:r>
          </a:p>
        </p:txBody>
      </p:sp>
      <p:sp>
        <p:nvSpPr>
          <p:cNvPr id="28" name="Text Placeholder 27">
            <a:extLst>
              <a:ext uri="{FF2B5EF4-FFF2-40B4-BE49-F238E27FC236}">
                <a16:creationId xmlns:a16="http://schemas.microsoft.com/office/drawing/2014/main" id="{D149E385-DCE9-4DC9-8F0A-F8BAF02D9797}"/>
              </a:ext>
            </a:extLst>
          </p:cNvPr>
          <p:cNvSpPr>
            <a:spLocks noGrp="1"/>
          </p:cNvSpPr>
          <p:nvPr>
            <p:ph type="body" sz="quarter" idx="55"/>
          </p:nvPr>
        </p:nvSpPr>
        <p:spPr>
          <a:xfrm>
            <a:off x="7483724" y="4425696"/>
            <a:ext cx="640080" cy="201776"/>
          </a:xfrm>
        </p:spPr>
        <p:txBody>
          <a:bodyPr>
            <a:normAutofit fontScale="85000" lnSpcReduction="20000"/>
          </a:bodyPr>
          <a:lstStyle/>
          <a:p>
            <a:r>
              <a:rPr lang="en-US" dirty="0"/>
              <a:t>AUG</a:t>
            </a:r>
          </a:p>
        </p:txBody>
      </p:sp>
      <p:sp>
        <p:nvSpPr>
          <p:cNvPr id="29" name="Text Placeholder 28">
            <a:extLst>
              <a:ext uri="{FF2B5EF4-FFF2-40B4-BE49-F238E27FC236}">
                <a16:creationId xmlns:a16="http://schemas.microsoft.com/office/drawing/2014/main" id="{B7A506EE-32D5-4685-97A6-8FDFEF238C43}"/>
              </a:ext>
            </a:extLst>
          </p:cNvPr>
          <p:cNvSpPr>
            <a:spLocks noGrp="1"/>
          </p:cNvSpPr>
          <p:nvPr>
            <p:ph type="body" sz="quarter" idx="56"/>
          </p:nvPr>
        </p:nvSpPr>
        <p:spPr>
          <a:xfrm>
            <a:off x="8271411" y="4425696"/>
            <a:ext cx="640080" cy="201776"/>
          </a:xfrm>
        </p:spPr>
        <p:txBody>
          <a:bodyPr>
            <a:normAutofit fontScale="85000" lnSpcReduction="20000"/>
          </a:bodyPr>
          <a:lstStyle/>
          <a:p>
            <a:r>
              <a:rPr lang="en-US" dirty="0"/>
              <a:t>SEP</a:t>
            </a:r>
          </a:p>
        </p:txBody>
      </p:sp>
      <p:sp>
        <p:nvSpPr>
          <p:cNvPr id="27" name="Text Placeholder 26">
            <a:extLst>
              <a:ext uri="{FF2B5EF4-FFF2-40B4-BE49-F238E27FC236}">
                <a16:creationId xmlns:a16="http://schemas.microsoft.com/office/drawing/2014/main" id="{1787EDAC-5EAB-4A0D-9BD2-D6E9FD0B26A1}"/>
              </a:ext>
            </a:extLst>
          </p:cNvPr>
          <p:cNvSpPr>
            <a:spLocks noGrp="1"/>
          </p:cNvSpPr>
          <p:nvPr>
            <p:ph type="body" sz="quarter" idx="54"/>
          </p:nvPr>
        </p:nvSpPr>
        <p:spPr>
          <a:xfrm>
            <a:off x="9059098" y="4425696"/>
            <a:ext cx="640080" cy="201776"/>
          </a:xfrm>
        </p:spPr>
        <p:txBody>
          <a:bodyPr>
            <a:normAutofit fontScale="85000" lnSpcReduction="20000"/>
          </a:bodyPr>
          <a:lstStyle/>
          <a:p>
            <a:r>
              <a:rPr lang="en-US" dirty="0"/>
              <a:t>OCT</a:t>
            </a:r>
          </a:p>
        </p:txBody>
      </p:sp>
      <p:sp>
        <p:nvSpPr>
          <p:cNvPr id="30" name="Text Placeholder 29">
            <a:extLst>
              <a:ext uri="{FF2B5EF4-FFF2-40B4-BE49-F238E27FC236}">
                <a16:creationId xmlns:a16="http://schemas.microsoft.com/office/drawing/2014/main" id="{E80CB353-63CA-4305-9748-807B6905DBFF}"/>
              </a:ext>
            </a:extLst>
          </p:cNvPr>
          <p:cNvSpPr>
            <a:spLocks noGrp="1"/>
          </p:cNvSpPr>
          <p:nvPr>
            <p:ph type="body" sz="quarter" idx="57"/>
          </p:nvPr>
        </p:nvSpPr>
        <p:spPr>
          <a:xfrm>
            <a:off x="9846785" y="4425696"/>
            <a:ext cx="640080" cy="201776"/>
          </a:xfrm>
        </p:spPr>
        <p:txBody>
          <a:bodyPr>
            <a:normAutofit fontScale="85000" lnSpcReduction="20000"/>
          </a:bodyPr>
          <a:lstStyle/>
          <a:p>
            <a:r>
              <a:rPr lang="en-US" dirty="0"/>
              <a:t>NOV</a:t>
            </a:r>
          </a:p>
        </p:txBody>
      </p:sp>
      <p:sp>
        <p:nvSpPr>
          <p:cNvPr id="31" name="Text Placeholder 30">
            <a:extLst>
              <a:ext uri="{FF2B5EF4-FFF2-40B4-BE49-F238E27FC236}">
                <a16:creationId xmlns:a16="http://schemas.microsoft.com/office/drawing/2014/main" id="{1B52C010-5159-4F61-821F-E73647E7C066}"/>
              </a:ext>
            </a:extLst>
          </p:cNvPr>
          <p:cNvSpPr>
            <a:spLocks noGrp="1"/>
          </p:cNvSpPr>
          <p:nvPr>
            <p:ph type="body" sz="quarter" idx="58"/>
          </p:nvPr>
        </p:nvSpPr>
        <p:spPr>
          <a:xfrm>
            <a:off x="10634472" y="4425696"/>
            <a:ext cx="640080" cy="201776"/>
          </a:xfrm>
        </p:spPr>
        <p:txBody>
          <a:bodyPr>
            <a:normAutofit fontScale="85000" lnSpcReduction="20000"/>
          </a:bodyPr>
          <a:lstStyle/>
          <a:p>
            <a:r>
              <a:rPr lang="en-US" dirty="0"/>
              <a:t>DEC</a:t>
            </a:r>
          </a:p>
        </p:txBody>
      </p:sp>
      <p:cxnSp>
        <p:nvCxnSpPr>
          <p:cNvPr id="45" name="Straight Connector 44">
            <a:extLst>
              <a:ext uri="{FF2B5EF4-FFF2-40B4-BE49-F238E27FC236}">
                <a16:creationId xmlns:a16="http://schemas.microsoft.com/office/drawing/2014/main" id="{7AAE5EC1-092E-4A01-B866-C63F654AC331}"/>
              </a:ext>
              <a:ext uri="{C183D7F6-B498-43B3-948B-1728B52AA6E4}">
                <adec:decorative xmlns:adec="http://schemas.microsoft.com/office/drawing/2017/decorative" val="1"/>
              </a:ext>
            </a:extLst>
          </p:cNvPr>
          <p:cNvCxnSpPr>
            <a:cxnSpLocks/>
            <a:endCxn id="33" idx="0"/>
          </p:cNvCxnSpPr>
          <p:nvPr/>
        </p:nvCxnSpPr>
        <p:spPr>
          <a:xfrm>
            <a:off x="3073920" y="2904543"/>
            <a:ext cx="3722" cy="533400"/>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044DC497-37D3-454C-98C5-A4A1043E55E5}"/>
              </a:ext>
              <a:ext uri="{C183D7F6-B498-43B3-948B-1728B52AA6E4}">
                <adec:decorative xmlns:adec="http://schemas.microsoft.com/office/drawing/2017/decorative" val="1"/>
              </a:ext>
            </a:extLst>
          </p:cNvPr>
          <p:cNvCxnSpPr>
            <a:cxnSpLocks/>
            <a:endCxn id="34" idx="0"/>
          </p:cNvCxnSpPr>
          <p:nvPr/>
        </p:nvCxnSpPr>
        <p:spPr>
          <a:xfrm>
            <a:off x="6218933" y="2901831"/>
            <a:ext cx="6667" cy="538024"/>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EF3C6EDC-B2DD-42F0-911D-04963A0F20BE}"/>
              </a:ext>
              <a:ext uri="{C183D7F6-B498-43B3-948B-1728B52AA6E4}">
                <adec:decorative xmlns:adec="http://schemas.microsoft.com/office/drawing/2017/decorative" val="1"/>
              </a:ext>
            </a:extLst>
          </p:cNvPr>
          <p:cNvCxnSpPr>
            <a:cxnSpLocks/>
            <a:endCxn id="35" idx="0"/>
          </p:cNvCxnSpPr>
          <p:nvPr/>
        </p:nvCxnSpPr>
        <p:spPr>
          <a:xfrm>
            <a:off x="10150019" y="2905616"/>
            <a:ext cx="0" cy="532327"/>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3FBB4508-2CA6-4A49-9EAD-91DB1B20514A}"/>
              </a:ext>
              <a:ext uri="{C183D7F6-B498-43B3-948B-1728B52AA6E4}">
                <adec:decorative xmlns:adec="http://schemas.microsoft.com/office/drawing/2017/decorative" val="1"/>
              </a:ext>
            </a:extLst>
          </p:cNvPr>
          <p:cNvSpPr/>
          <p:nvPr/>
        </p:nvSpPr>
        <p:spPr>
          <a:xfrm>
            <a:off x="2814179"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Rectangle 33">
            <a:extLst>
              <a:ext uri="{FF2B5EF4-FFF2-40B4-BE49-F238E27FC236}">
                <a16:creationId xmlns:a16="http://schemas.microsoft.com/office/drawing/2014/main" id="{88989049-2208-43EB-A323-1B5374E0A2D0}"/>
              </a:ext>
              <a:ext uri="{C183D7F6-B498-43B3-948B-1728B52AA6E4}">
                <adec:decorative xmlns:adec="http://schemas.microsoft.com/office/drawing/2017/decorative" val="1"/>
              </a:ext>
            </a:extLst>
          </p:cNvPr>
          <p:cNvSpPr/>
          <p:nvPr/>
        </p:nvSpPr>
        <p:spPr>
          <a:xfrm>
            <a:off x="5962137" y="3439855"/>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Rectangle 34">
            <a:extLst>
              <a:ext uri="{FF2B5EF4-FFF2-40B4-BE49-F238E27FC236}">
                <a16:creationId xmlns:a16="http://schemas.microsoft.com/office/drawing/2014/main" id="{E3093EB5-1D82-4E0B-A4EF-8517FC047E4C}"/>
              </a:ext>
              <a:ext uri="{C183D7F6-B498-43B3-948B-1728B52AA6E4}">
                <adec:decorative xmlns:adec="http://schemas.microsoft.com/office/drawing/2017/decorative" val="1"/>
              </a:ext>
            </a:extLst>
          </p:cNvPr>
          <p:cNvSpPr/>
          <p:nvPr/>
        </p:nvSpPr>
        <p:spPr>
          <a:xfrm>
            <a:off x="9886556" y="3437943"/>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6" name="Text Placeholder 31">
            <a:extLst>
              <a:ext uri="{FF2B5EF4-FFF2-40B4-BE49-F238E27FC236}">
                <a16:creationId xmlns:a16="http://schemas.microsoft.com/office/drawing/2014/main" id="{6E8FAB27-F000-4DFF-8595-B8ADBB6058E9}"/>
              </a:ext>
            </a:extLst>
          </p:cNvPr>
          <p:cNvSpPr txBox="1">
            <a:spLocks/>
          </p:cNvSpPr>
          <p:nvPr/>
        </p:nvSpPr>
        <p:spPr>
          <a:xfrm>
            <a:off x="1259117" y="5206365"/>
            <a:ext cx="2057804" cy="561975"/>
          </a:xfrm>
          <a:prstGeom prst="rect">
            <a:avLst/>
          </a:prstGeom>
        </p:spPr>
        <p:txBody>
          <a:bodyPr vert="horz" lIns="91440" tIns="45720" rIns="91440" bIns="45720" rtlCol="0">
            <a:normAutofit fontScale="925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RUN FOCUS GROUPS</a:t>
            </a:r>
            <a:endParaRPr lang="en-US" sz="1100" dirty="0"/>
          </a:p>
        </p:txBody>
      </p:sp>
      <p:cxnSp>
        <p:nvCxnSpPr>
          <p:cNvPr id="57" name="Straight Connector 56">
            <a:extLst>
              <a:ext uri="{FF2B5EF4-FFF2-40B4-BE49-F238E27FC236}">
                <a16:creationId xmlns:a16="http://schemas.microsoft.com/office/drawing/2014/main" id="{0C8EDAF4-CF26-40C7-AACE-2482D9323350}"/>
              </a:ext>
              <a:ext uri="{C183D7F6-B498-43B3-948B-1728B52AA6E4}">
                <adec:decorative xmlns:adec="http://schemas.microsoft.com/office/drawing/2017/decorative" val="1"/>
              </a:ext>
            </a:extLst>
          </p:cNvPr>
          <p:cNvCxnSpPr>
            <a:cxnSpLocks/>
            <a:stCxn id="48" idx="2"/>
          </p:cNvCxnSpPr>
          <p:nvPr/>
        </p:nvCxnSpPr>
        <p:spPr>
          <a:xfrm>
            <a:off x="2286000" y="4638776"/>
            <a:ext cx="2019"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9" name="Text Placeholder 31">
            <a:extLst>
              <a:ext uri="{FF2B5EF4-FFF2-40B4-BE49-F238E27FC236}">
                <a16:creationId xmlns:a16="http://schemas.microsoft.com/office/drawing/2014/main" id="{234079D9-E00C-4C6B-9F2D-D0BCB9C9D7D8}"/>
              </a:ext>
            </a:extLst>
          </p:cNvPr>
          <p:cNvSpPr txBox="1">
            <a:spLocks/>
          </p:cNvSpPr>
          <p:nvPr/>
        </p:nvSpPr>
        <p:spPr>
          <a:xfrm>
            <a:off x="4406652"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TEST DESIGN</a:t>
            </a:r>
            <a:endParaRPr lang="en-US" sz="1100" dirty="0"/>
          </a:p>
        </p:txBody>
      </p:sp>
      <p:cxnSp>
        <p:nvCxnSpPr>
          <p:cNvPr id="61" name="Straight Connector 60">
            <a:extLst>
              <a:ext uri="{FF2B5EF4-FFF2-40B4-BE49-F238E27FC236}">
                <a16:creationId xmlns:a16="http://schemas.microsoft.com/office/drawing/2014/main" id="{F8C93671-1250-4705-A092-97036B901279}"/>
              </a:ext>
              <a:ext uri="{C183D7F6-B498-43B3-948B-1728B52AA6E4}">
                <adec:decorative xmlns:adec="http://schemas.microsoft.com/office/drawing/2017/decorative" val="1"/>
              </a:ext>
            </a:extLst>
          </p:cNvPr>
          <p:cNvCxnSpPr>
            <a:cxnSpLocks/>
            <a:stCxn id="51" idx="2"/>
          </p:cNvCxnSpPr>
          <p:nvPr/>
        </p:nvCxnSpPr>
        <p:spPr>
          <a:xfrm>
            <a:off x="5434293" y="4638776"/>
            <a:ext cx="1261"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63" name="Text Placeholder 31">
            <a:extLst>
              <a:ext uri="{FF2B5EF4-FFF2-40B4-BE49-F238E27FC236}">
                <a16:creationId xmlns:a16="http://schemas.microsoft.com/office/drawing/2014/main" id="{7C5F4630-959D-43D6-A6F0-5D5F3A4117C1}"/>
              </a:ext>
            </a:extLst>
          </p:cNvPr>
          <p:cNvSpPr txBox="1">
            <a:spLocks/>
          </p:cNvSpPr>
          <p:nvPr/>
        </p:nvSpPr>
        <p:spPr>
          <a:xfrm>
            <a:off x="7581698" y="5206365"/>
            <a:ext cx="2057804" cy="5619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buFont typeface="Arial" panose="020B0604020202020204" pitchFamily="34" charset="0"/>
              <a:buNone/>
            </a:pPr>
            <a:r>
              <a:rPr lang="en-US" sz="1400" spc="150" dirty="0">
                <a:latin typeface="+mj-lt"/>
                <a:ea typeface="+mj-ea"/>
                <a:cs typeface="+mj-cs"/>
              </a:rPr>
              <a:t>LAUNCH DESIGN</a:t>
            </a:r>
            <a:endParaRPr lang="en-US" sz="1100" dirty="0"/>
          </a:p>
        </p:txBody>
      </p:sp>
      <p:cxnSp>
        <p:nvCxnSpPr>
          <p:cNvPr id="65" name="Straight Connector 64">
            <a:extLst>
              <a:ext uri="{FF2B5EF4-FFF2-40B4-BE49-F238E27FC236}">
                <a16:creationId xmlns:a16="http://schemas.microsoft.com/office/drawing/2014/main" id="{F6C72AC5-2842-4966-BBE7-6F407A9C359B}"/>
              </a:ext>
              <a:ext uri="{C183D7F6-B498-43B3-948B-1728B52AA6E4}">
                <adec:decorative xmlns:adec="http://schemas.microsoft.com/office/drawing/2017/decorative" val="1"/>
              </a:ext>
            </a:extLst>
          </p:cNvPr>
          <p:cNvCxnSpPr>
            <a:cxnSpLocks/>
            <a:stCxn id="58" idx="2"/>
          </p:cNvCxnSpPr>
          <p:nvPr/>
        </p:nvCxnSpPr>
        <p:spPr>
          <a:xfrm>
            <a:off x="8591938" y="4638776"/>
            <a:ext cx="0" cy="537881"/>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1DC26F87-2877-496A-B506-6A562ACD90AE}"/>
              </a:ext>
              <a:ext uri="{C183D7F6-B498-43B3-948B-1728B52AA6E4}">
                <adec:decorative xmlns:adec="http://schemas.microsoft.com/office/drawing/2017/decorative" val="1"/>
              </a:ext>
            </a:extLst>
          </p:cNvPr>
          <p:cNvSpPr/>
          <p:nvPr/>
        </p:nvSpPr>
        <p:spPr>
          <a:xfrm>
            <a:off x="2022537"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 name="Rectangle 50">
            <a:extLst>
              <a:ext uri="{FF2B5EF4-FFF2-40B4-BE49-F238E27FC236}">
                <a16:creationId xmlns:a16="http://schemas.microsoft.com/office/drawing/2014/main" id="{94959EA3-B71F-49E3-A68E-1329BE0461B0}"/>
              </a:ext>
              <a:ext uri="{C183D7F6-B498-43B3-948B-1728B52AA6E4}">
                <adec:decorative xmlns:adec="http://schemas.microsoft.com/office/drawing/2017/decorative" val="1"/>
              </a:ext>
            </a:extLst>
          </p:cNvPr>
          <p:cNvSpPr/>
          <p:nvPr/>
        </p:nvSpPr>
        <p:spPr>
          <a:xfrm>
            <a:off x="5170830"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Rectangle 57">
            <a:extLst>
              <a:ext uri="{FF2B5EF4-FFF2-40B4-BE49-F238E27FC236}">
                <a16:creationId xmlns:a16="http://schemas.microsoft.com/office/drawing/2014/main" id="{082DCB52-65FA-4B5F-8785-060AF61C386B}"/>
              </a:ext>
              <a:ext uri="{C183D7F6-B498-43B3-948B-1728B52AA6E4}">
                <adec:decorative xmlns:adec="http://schemas.microsoft.com/office/drawing/2017/decorative" val="1"/>
              </a:ext>
            </a:extLst>
          </p:cNvPr>
          <p:cNvSpPr/>
          <p:nvPr/>
        </p:nvSpPr>
        <p:spPr>
          <a:xfrm>
            <a:off x="8328475" y="4363848"/>
            <a:ext cx="526925" cy="274928"/>
          </a:xfrm>
          <a:prstGeom prst="rect">
            <a:avLst/>
          </a:prstGeom>
          <a:no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6" name="Date Placeholder 65">
            <a:extLst>
              <a:ext uri="{FF2B5EF4-FFF2-40B4-BE49-F238E27FC236}">
                <a16:creationId xmlns:a16="http://schemas.microsoft.com/office/drawing/2014/main" id="{FF303B66-BE3D-4142-824A-9EE2B01725EA}"/>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BA35BD6B-402B-4987-9FCE-9A6924EE2F00}"/>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E259ECD5-0EAD-48D0-B30B-16305BC1062F}"/>
              </a:ext>
            </a:extLst>
          </p:cNvPr>
          <p:cNvSpPr>
            <a:spLocks noGrp="1"/>
          </p:cNvSpPr>
          <p:nvPr>
            <p:ph type="sldNum" sz="quarter" idx="12"/>
          </p:nvPr>
        </p:nvSpPr>
        <p:spPr>
          <a:xfrm>
            <a:off x="8610600" y="6356350"/>
            <a:ext cx="2743200" cy="365125"/>
          </a:xfrm>
        </p:spPr>
        <p:txBody>
          <a:bodyPr/>
          <a:lstStyle/>
          <a:p>
            <a:fld id="{19B51A1E-902D-48AF-9020-955120F399B6}" type="slidenum">
              <a:rPr lang="en-US" smtClean="0"/>
              <a:pPr/>
              <a:t>14</a:t>
            </a:fld>
            <a:endParaRPr lang="en-US" dirty="0"/>
          </a:p>
        </p:txBody>
      </p:sp>
    </p:spTree>
    <p:extLst>
      <p:ext uri="{BB962C8B-B14F-4D97-AF65-F5344CB8AC3E}">
        <p14:creationId xmlns:p14="http://schemas.microsoft.com/office/powerpoint/2010/main" val="30849720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B1B29E87-9C2C-400B-834D-4E4BD6E944D0}"/>
              </a:ext>
            </a:extLst>
          </p:cNvPr>
          <p:cNvSpPr>
            <a:spLocks noGrp="1"/>
          </p:cNvSpPr>
          <p:nvPr>
            <p:ph type="title"/>
          </p:nvPr>
        </p:nvSpPr>
        <p:spPr>
          <a:xfrm>
            <a:off x="838200" y="365125"/>
            <a:ext cx="10515600" cy="1325563"/>
          </a:xfrm>
        </p:spPr>
        <p:txBody>
          <a:bodyPr anchor="ctr">
            <a:normAutofit/>
          </a:bodyPr>
          <a:lstStyle/>
          <a:p>
            <a:r>
              <a:rPr lang="en-US" dirty="0"/>
              <a:t>FINANCIALS</a:t>
            </a:r>
          </a:p>
        </p:txBody>
      </p:sp>
      <p:sp>
        <p:nvSpPr>
          <p:cNvPr id="2" name="Date Placeholder 1">
            <a:extLst>
              <a:ext uri="{FF2B5EF4-FFF2-40B4-BE49-F238E27FC236}">
                <a16:creationId xmlns:a16="http://schemas.microsoft.com/office/drawing/2014/main" id="{063B6BDC-0568-466F-91ED-52067B366C6A}"/>
              </a:ext>
            </a:extLst>
          </p:cNvPr>
          <p:cNvSpPr>
            <a:spLocks noGrp="1"/>
          </p:cNvSpPr>
          <p:nvPr>
            <p:ph type="dt" sz="half" idx="10"/>
          </p:nvPr>
        </p:nvSpPr>
        <p:spPr>
          <a:xfrm>
            <a:off x="838200" y="6356350"/>
            <a:ext cx="2743200" cy="365125"/>
          </a:xfrm>
        </p:spPr>
        <p:txBody>
          <a:bodyPr/>
          <a:lstStyle/>
          <a:p>
            <a:r>
              <a:rPr lang="en-US" dirty="0"/>
              <a:t>20XX</a:t>
            </a:r>
          </a:p>
        </p:txBody>
      </p:sp>
      <p:sp>
        <p:nvSpPr>
          <p:cNvPr id="3" name="Footer Placeholder 2">
            <a:extLst>
              <a:ext uri="{FF2B5EF4-FFF2-40B4-BE49-F238E27FC236}">
                <a16:creationId xmlns:a16="http://schemas.microsoft.com/office/drawing/2014/main" id="{67A559BE-816C-475D-9ADA-DDFDF14A41D4}"/>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4" name="Slide Number Placeholder 3">
            <a:extLst>
              <a:ext uri="{FF2B5EF4-FFF2-40B4-BE49-F238E27FC236}">
                <a16:creationId xmlns:a16="http://schemas.microsoft.com/office/drawing/2014/main" id="{A8597536-70D1-46C0-A2A2-51A6BB21DB20}"/>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15</a:t>
            </a:fld>
            <a:endParaRPr lang="en-US" dirty="0"/>
          </a:p>
        </p:txBody>
      </p:sp>
      <p:graphicFrame>
        <p:nvGraphicFramePr>
          <p:cNvPr id="17" name="Table 9">
            <a:extLst>
              <a:ext uri="{FF2B5EF4-FFF2-40B4-BE49-F238E27FC236}">
                <a16:creationId xmlns:a16="http://schemas.microsoft.com/office/drawing/2014/main" id="{D6E90A56-AF21-45DC-A08C-27875260C7CB}"/>
              </a:ext>
            </a:extLst>
          </p:cNvPr>
          <p:cNvGraphicFramePr>
            <a:graphicFrameLocks noGrp="1"/>
          </p:cNvGraphicFramePr>
          <p:nvPr>
            <p:ph sz="quarter" idx="16"/>
            <p:extLst>
              <p:ext uri="{D42A27DB-BD31-4B8C-83A1-F6EECF244321}">
                <p14:modId xmlns:p14="http://schemas.microsoft.com/office/powerpoint/2010/main" val="1922015435"/>
              </p:ext>
            </p:extLst>
          </p:nvPr>
        </p:nvGraphicFramePr>
        <p:xfrm>
          <a:off x="838200" y="1825625"/>
          <a:ext cx="10515596" cy="3701178"/>
        </p:xfrm>
        <a:graphic>
          <a:graphicData uri="http://schemas.openxmlformats.org/drawingml/2006/table">
            <a:tbl>
              <a:tblPr firstRow="1" bandRow="1">
                <a:tableStyleId>{5C22544A-7EE6-4342-B048-85BDC9FD1C3A}</a:tableStyleId>
              </a:tblPr>
              <a:tblGrid>
                <a:gridCol w="3235076">
                  <a:extLst>
                    <a:ext uri="{9D8B030D-6E8A-4147-A177-3AD203B41FA5}">
                      <a16:colId xmlns:a16="http://schemas.microsoft.com/office/drawing/2014/main" val="3446012419"/>
                    </a:ext>
                  </a:extLst>
                </a:gridCol>
                <a:gridCol w="1717424">
                  <a:extLst>
                    <a:ext uri="{9D8B030D-6E8A-4147-A177-3AD203B41FA5}">
                      <a16:colId xmlns:a16="http://schemas.microsoft.com/office/drawing/2014/main" val="4052646397"/>
                    </a:ext>
                  </a:extLst>
                </a:gridCol>
                <a:gridCol w="2118664">
                  <a:extLst>
                    <a:ext uri="{9D8B030D-6E8A-4147-A177-3AD203B41FA5}">
                      <a16:colId xmlns:a16="http://schemas.microsoft.com/office/drawing/2014/main" val="1935352797"/>
                    </a:ext>
                  </a:extLst>
                </a:gridCol>
                <a:gridCol w="2277791">
                  <a:extLst>
                    <a:ext uri="{9D8B030D-6E8A-4147-A177-3AD203B41FA5}">
                      <a16:colId xmlns:a16="http://schemas.microsoft.com/office/drawing/2014/main" val="1218263486"/>
                    </a:ext>
                  </a:extLst>
                </a:gridCol>
                <a:gridCol w="1166641">
                  <a:extLst>
                    <a:ext uri="{9D8B030D-6E8A-4147-A177-3AD203B41FA5}">
                      <a16:colId xmlns:a16="http://schemas.microsoft.com/office/drawing/2014/main" val="3235153012"/>
                    </a:ext>
                  </a:extLst>
                </a:gridCol>
              </a:tblGrid>
              <a:tr h="284706">
                <a:tc>
                  <a:txBody>
                    <a:bodyPr/>
                    <a:lstStyle/>
                    <a:p>
                      <a:pPr algn="l" fontAlgn="b"/>
                      <a:endParaRPr lang="en-US" sz="1200" b="0" i="0" u="none" strike="noStrike" dirty="0">
                        <a:solidFill>
                          <a:schemeClr val="bg1"/>
                        </a:solidFill>
                        <a:effectLst/>
                        <a:latin typeface="+mn-lt"/>
                      </a:endParaRPr>
                    </a:p>
                  </a:txBody>
                  <a:tcPr marL="24019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1</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2</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r" fontAlgn="b"/>
                      <a:r>
                        <a:rPr lang="en-US" sz="1200" b="1" u="none" strike="noStrike" dirty="0">
                          <a:solidFill>
                            <a:schemeClr val="tx1">
                              <a:lumMod val="75000"/>
                              <a:lumOff val="25000"/>
                            </a:schemeClr>
                          </a:solidFill>
                          <a:effectLst/>
                        </a:rPr>
                        <a:t>Year 3</a:t>
                      </a:r>
                      <a:endParaRPr lang="en-US" sz="1200" b="1"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tc>
                  <a:txBody>
                    <a:bodyPr/>
                    <a:lstStyle/>
                    <a:p>
                      <a:pPr algn="l" fontAlgn="b"/>
                      <a:endParaRPr lang="en-US" sz="1200" b="0" i="0" u="none" strike="noStrike" dirty="0">
                        <a:solidFill>
                          <a:schemeClr val="tx1">
                            <a:lumMod val="75000"/>
                            <a:lumOff val="25000"/>
                          </a:schemeClr>
                        </a:solidFill>
                        <a:effectLst/>
                        <a:latin typeface="+mn-lt"/>
                      </a:endParaRPr>
                    </a:p>
                  </a:txBody>
                  <a:tcPr marL="76261" marR="76261" marT="38130" marB="3813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1">
                        <a:lumMod val="75000"/>
                      </a:schemeClr>
                    </a:solidFill>
                  </a:tcPr>
                </a:tc>
                <a:extLst>
                  <a:ext uri="{0D108BD9-81ED-4DB2-BD59-A6C34878D82A}">
                    <a16:rowId xmlns:a16="http://schemas.microsoft.com/office/drawing/2014/main" val="4140773105"/>
                  </a:ext>
                </a:extLst>
              </a:tr>
              <a:tr h="284706">
                <a:tc>
                  <a:txBody>
                    <a:bodyPr/>
                    <a:lstStyle/>
                    <a:p>
                      <a:pPr algn="l" fontAlgn="b"/>
                      <a:r>
                        <a:rPr lang="en-US" sz="1200" b="0" i="0" u="none" strike="noStrike" dirty="0">
                          <a:solidFill>
                            <a:schemeClr val="tx1"/>
                          </a:solidFill>
                          <a:effectLst/>
                          <a:latin typeface="+mn-lt"/>
                        </a:rPr>
                        <a:t>INCOME</a:t>
                      </a:r>
                    </a:p>
                  </a:txBody>
                  <a:tcPr marL="24019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142911372"/>
                  </a:ext>
                </a:extLst>
              </a:tr>
              <a:tr h="284706">
                <a:tc>
                  <a:txBody>
                    <a:bodyPr/>
                    <a:lstStyle/>
                    <a:p>
                      <a:pPr lvl="1" algn="l" fontAlgn="b"/>
                      <a:r>
                        <a:rPr lang="en-US" sz="1200" b="0" u="none" strike="noStrike" dirty="0">
                          <a:solidFill>
                            <a:schemeClr val="tx1"/>
                          </a:solidFill>
                          <a:effectLst/>
                        </a:rPr>
                        <a:t>Users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543393929"/>
                  </a:ext>
                </a:extLst>
              </a:tr>
              <a:tr h="284706">
                <a:tc>
                  <a:txBody>
                    <a:bodyPr/>
                    <a:lstStyle/>
                    <a:p>
                      <a:pPr lvl="1" algn="l" fontAlgn="b"/>
                      <a:r>
                        <a:rPr lang="en-US" sz="1200" b="0" u="none" strike="noStrike" dirty="0">
                          <a:solidFill>
                            <a:schemeClr val="tx1"/>
                          </a:solidFill>
                          <a:effectLst/>
                        </a:rPr>
                        <a:t>Sales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5711469"/>
                  </a:ext>
                </a:extLst>
              </a:tr>
              <a:tr h="284706">
                <a:tc>
                  <a:txBody>
                    <a:bodyPr/>
                    <a:lstStyle/>
                    <a:p>
                      <a:pPr lvl="1" algn="l" fontAlgn="b"/>
                      <a:r>
                        <a:rPr lang="en-US" sz="1200" b="0" u="none" strike="noStrike" dirty="0">
                          <a:solidFill>
                            <a:schemeClr val="tx1"/>
                          </a:solidFill>
                          <a:effectLst/>
                        </a:rPr>
                        <a:t>Average price per sale</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75</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80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90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498944196"/>
                  </a:ext>
                </a:extLst>
              </a:tr>
              <a:tr h="284706">
                <a:tc>
                  <a:txBody>
                    <a:bodyPr/>
                    <a:lstStyle/>
                    <a:p>
                      <a:pPr lvl="1" algn="l" fontAlgn="b"/>
                      <a:r>
                        <a:rPr lang="en-US" sz="1200" b="0" u="none" strike="noStrike" dirty="0">
                          <a:solidFill>
                            <a:schemeClr val="tx1"/>
                          </a:solidFill>
                          <a:effectLst/>
                        </a:rPr>
                        <a:t>Revenue @ 15%</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5,625,000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48,000,000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216,000,000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1606819"/>
                  </a:ext>
                </a:extLst>
              </a:tr>
              <a:tr h="284706">
                <a:tc>
                  <a:txBody>
                    <a:bodyPr/>
                    <a:lstStyle/>
                    <a:p>
                      <a:pPr algn="l" fontAlgn="b"/>
                      <a:r>
                        <a:rPr lang="en-US" sz="1200" b="1" u="none" strike="noStrike" dirty="0">
                          <a:solidFill>
                            <a:schemeClr val="tx1"/>
                          </a:solidFill>
                          <a:effectLst/>
                        </a:rPr>
                        <a:t>GROSS PROFIT</a:t>
                      </a:r>
                      <a:endParaRPr lang="en-US" sz="1200" b="1"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5,625,000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48,000,000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216,000,000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365120011"/>
                  </a:ext>
                </a:extLst>
              </a:tr>
              <a:tr h="284706">
                <a:tc>
                  <a:txBody>
                    <a:bodyPr/>
                    <a:lstStyle/>
                    <a:p>
                      <a:pPr algn="l" fontAlgn="b"/>
                      <a:r>
                        <a:rPr lang="en-US" sz="1200" b="0" u="none" strike="noStrike" dirty="0">
                          <a:solidFill>
                            <a:schemeClr val="tx1"/>
                          </a:solidFill>
                          <a:effectLst/>
                        </a:rPr>
                        <a:t>Expenses</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241422160"/>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Sales &amp; marketing</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5,062,500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38,400,000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151,200,000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70%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662407092"/>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Customer service</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1,687,500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9,600,000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21,600,000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10%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806368409"/>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Product development</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562,500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10,800,000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5%</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79688327"/>
                  </a:ext>
                </a:extLst>
              </a:tr>
              <a:tr h="284706">
                <a:tc>
                  <a:txBody>
                    <a:bodyPr/>
                    <a:lstStyle/>
                    <a:p>
                      <a:pPr marL="457200" lvl="1" indent="0" algn="l" fontAlgn="b">
                        <a:buFont typeface="Arial" panose="020B0604020202020204" pitchFamily="34" charset="0"/>
                        <a:buNone/>
                      </a:pPr>
                      <a:r>
                        <a:rPr lang="en-US" sz="1200" b="0" u="none" strike="noStrike" dirty="0">
                          <a:solidFill>
                            <a:schemeClr val="tx1"/>
                          </a:solidFill>
                          <a:effectLst/>
                        </a:rPr>
                        <a:t>Research</a:t>
                      </a:r>
                      <a:endParaRPr lang="en-US" sz="1200" b="0"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281,250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2,400,000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r" fontAlgn="b"/>
                      <a:r>
                        <a:rPr lang="en-US" sz="1200" b="0" u="none" strike="noStrike" dirty="0">
                          <a:solidFill>
                            <a:schemeClr val="tx1"/>
                          </a:solidFill>
                          <a:effectLst/>
                        </a:rPr>
                        <a:t>4,320,000</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algn="l" fontAlgn="b"/>
                      <a:r>
                        <a:rPr lang="en-US" sz="1200" b="0" u="none" strike="noStrike" dirty="0">
                          <a:solidFill>
                            <a:schemeClr val="tx1"/>
                          </a:solidFill>
                          <a:effectLst/>
                        </a:rPr>
                        <a:t>2%</a:t>
                      </a:r>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13433075"/>
                  </a:ext>
                </a:extLst>
              </a:tr>
              <a:tr h="284706">
                <a:tc>
                  <a:txBody>
                    <a:bodyPr/>
                    <a:lstStyle/>
                    <a:p>
                      <a:pPr algn="l" fontAlgn="b"/>
                      <a:r>
                        <a:rPr lang="en-US" sz="1200" b="1" u="none" strike="noStrike" dirty="0">
                          <a:solidFill>
                            <a:schemeClr val="tx1"/>
                          </a:solidFill>
                          <a:effectLst/>
                        </a:rPr>
                        <a:t>TOTAL EXPENSES</a:t>
                      </a:r>
                      <a:endParaRPr lang="en-US" sz="1200" b="1" i="0" u="none" strike="noStrike" dirty="0">
                        <a:solidFill>
                          <a:schemeClr val="tx1"/>
                        </a:solidFill>
                        <a:effectLst/>
                        <a:latin typeface="+mn-lt"/>
                      </a:endParaRPr>
                    </a:p>
                  </a:txBody>
                  <a:tcPr marL="24019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7,593,750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52,800,000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r" fontAlgn="b"/>
                      <a:r>
                        <a:rPr lang="en-US" sz="1200" b="1" u="none" strike="noStrike" dirty="0">
                          <a:solidFill>
                            <a:schemeClr val="tx1"/>
                          </a:solidFill>
                          <a:effectLst/>
                        </a:rPr>
                        <a:t>187,920,000</a:t>
                      </a:r>
                      <a:endParaRPr lang="en-US" sz="1200" b="1"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tc>
                  <a:txBody>
                    <a:bodyPr/>
                    <a:lstStyle/>
                    <a:p>
                      <a:pPr algn="l" fontAlgn="b"/>
                      <a:endParaRPr lang="en-US" sz="1200" b="0" i="0" u="none" strike="noStrike" dirty="0">
                        <a:solidFill>
                          <a:schemeClr val="tx1"/>
                        </a:solidFill>
                        <a:effectLst/>
                        <a:latin typeface="+mn-lt"/>
                      </a:endParaRPr>
                    </a:p>
                  </a:txBody>
                  <a:tcPr marL="76261" marR="76261" marT="38130" marB="38130" anchor="ctr">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1"/>
                    </a:solidFill>
                  </a:tcPr>
                </a:tc>
                <a:extLst>
                  <a:ext uri="{0D108BD9-81ED-4DB2-BD59-A6C34878D82A}">
                    <a16:rowId xmlns:a16="http://schemas.microsoft.com/office/drawing/2014/main" val="2301145645"/>
                  </a:ext>
                </a:extLst>
              </a:tr>
            </a:tbl>
          </a:graphicData>
        </a:graphic>
      </p:graphicFrame>
    </p:spTree>
    <p:extLst>
      <p:ext uri="{BB962C8B-B14F-4D97-AF65-F5344CB8AC3E}">
        <p14:creationId xmlns:p14="http://schemas.microsoft.com/office/powerpoint/2010/main" val="566997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a:lstStyle/>
          <a:p>
            <a:r>
              <a:rPr lang="en-US" dirty="0"/>
              <a:t>MEET THE TEAM</a:t>
            </a:r>
          </a:p>
        </p:txBody>
      </p:sp>
      <p:pic>
        <p:nvPicPr>
          <p:cNvPr id="26" name="Picture Placeholder 25" descr="Team member headshot">
            <a:extLst>
              <a:ext uri="{FF2B5EF4-FFF2-40B4-BE49-F238E27FC236}">
                <a16:creationId xmlns:a16="http://schemas.microsoft.com/office/drawing/2014/main" id="{E287A61C-B7FB-4B69-97E7-7B7AFC8A5D33}"/>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a:stretch/>
        </p:blipFill>
        <p:spPr>
          <a:xfrm>
            <a:off x="1487181" y="2886074"/>
            <a:ext cx="1845511" cy="1845511"/>
          </a:xfrm>
        </p:spPr>
      </p:pic>
      <p:pic>
        <p:nvPicPr>
          <p:cNvPr id="47" name="Picture Placeholder 46" descr="Team member headshot">
            <a:extLst>
              <a:ext uri="{FF2B5EF4-FFF2-40B4-BE49-F238E27FC236}">
                <a16:creationId xmlns:a16="http://schemas.microsoft.com/office/drawing/2014/main" id="{8AF5260A-2860-4F88-BA4D-70530D3E14AA}"/>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3836914" y="2886074"/>
            <a:ext cx="1845511" cy="1845511"/>
          </a:xfrm>
        </p:spPr>
      </p:pic>
      <p:pic>
        <p:nvPicPr>
          <p:cNvPr id="45" name="Picture Placeholder 44" descr="Team member headshot">
            <a:extLst>
              <a:ext uri="{FF2B5EF4-FFF2-40B4-BE49-F238E27FC236}">
                <a16:creationId xmlns:a16="http://schemas.microsoft.com/office/drawing/2014/main" id="{4442FA67-BF04-4E45-BFD9-78BF43789E09}"/>
              </a:ext>
            </a:extLst>
          </p:cNvPr>
          <p:cNvPicPr>
            <a:picLocks noGrp="1" noChangeAspect="1"/>
          </p:cNvPicPr>
          <p:nvPr>
            <p:ph type="pic" sz="quarter" idx="16"/>
          </p:nvPr>
        </p:nvPicPr>
        <p:blipFill rotWithShape="1">
          <a:blip r:embed="rId4">
            <a:extLst>
              <a:ext uri="{28A0092B-C50C-407E-A947-70E740481C1C}">
                <a14:useLocalDpi xmlns:a14="http://schemas.microsoft.com/office/drawing/2010/main" val="0"/>
              </a:ext>
            </a:extLst>
          </a:blip>
          <a:srcRect/>
          <a:stretch/>
        </p:blipFill>
        <p:spPr>
          <a:xfrm>
            <a:off x="6327578" y="2886074"/>
            <a:ext cx="1845511" cy="1845511"/>
          </a:xfrm>
        </p:spPr>
      </p:pic>
      <p:pic>
        <p:nvPicPr>
          <p:cNvPr id="43" name="Picture Placeholder 42" descr="Team member headshot">
            <a:extLst>
              <a:ext uri="{FF2B5EF4-FFF2-40B4-BE49-F238E27FC236}">
                <a16:creationId xmlns:a16="http://schemas.microsoft.com/office/drawing/2014/main" id="{F328CD15-EA0E-49AD-A3C6-5798A372AA53}"/>
              </a:ext>
            </a:extLst>
          </p:cNvPr>
          <p:cNvPicPr>
            <a:picLocks noGrp="1" noChangeAspect="1"/>
          </p:cNvPicPr>
          <p:nvPr>
            <p:ph type="pic" sz="quarter" idx="17"/>
          </p:nvPr>
        </p:nvPicPr>
        <p:blipFill rotWithShape="1">
          <a:blip r:embed="rId5">
            <a:extLst>
              <a:ext uri="{28A0092B-C50C-407E-A947-70E740481C1C}">
                <a14:useLocalDpi xmlns:a14="http://schemas.microsoft.com/office/drawing/2010/main" val="0"/>
              </a:ext>
            </a:extLst>
          </a:blip>
          <a:srcRect/>
          <a:stretch/>
        </p:blipFill>
        <p:spPr>
          <a:xfrm>
            <a:off x="8747458" y="2886074"/>
            <a:ext cx="1845511" cy="1845511"/>
          </a:xfrm>
        </p:spPr>
      </p:pic>
      <p:sp>
        <p:nvSpPr>
          <p:cNvPr id="24" name="Text Placeholder 23">
            <a:extLst>
              <a:ext uri="{FF2B5EF4-FFF2-40B4-BE49-F238E27FC236}">
                <a16:creationId xmlns:a16="http://schemas.microsoft.com/office/drawing/2014/main" id="{7BAD1FFF-8B97-4CD1-85E7-B7738EAD28CD}"/>
              </a:ext>
            </a:extLst>
          </p:cNvPr>
          <p:cNvSpPr>
            <a:spLocks noGrp="1"/>
          </p:cNvSpPr>
          <p:nvPr>
            <p:ph type="body" idx="1"/>
          </p:nvPr>
        </p:nvSpPr>
        <p:spPr>
          <a:xfrm>
            <a:off x="1343248" y="5084524"/>
            <a:ext cx="2123743" cy="343061"/>
          </a:xfrm>
        </p:spPr>
        <p:txBody>
          <a:bodyPr/>
          <a:lstStyle/>
          <a:p>
            <a:r>
              <a:rPr lang="en-US" dirty="0"/>
              <a:t>TAKUMA HAYASHI​</a:t>
            </a:r>
          </a:p>
        </p:txBody>
      </p:sp>
      <p:sp>
        <p:nvSpPr>
          <p:cNvPr id="33" name="Text Placeholder 32">
            <a:extLst>
              <a:ext uri="{FF2B5EF4-FFF2-40B4-BE49-F238E27FC236}">
                <a16:creationId xmlns:a16="http://schemas.microsoft.com/office/drawing/2014/main" id="{10C8C8C1-99D8-4034-A628-DECEB703BA1D}"/>
              </a:ext>
            </a:extLst>
          </p:cNvPr>
          <p:cNvSpPr>
            <a:spLocks noGrp="1"/>
          </p:cNvSpPr>
          <p:nvPr>
            <p:ph type="body" idx="18"/>
          </p:nvPr>
        </p:nvSpPr>
        <p:spPr>
          <a:xfrm>
            <a:off x="3692980" y="5099206"/>
            <a:ext cx="2135755" cy="343061"/>
          </a:xfrm>
        </p:spPr>
        <p:txBody>
          <a:bodyPr/>
          <a:lstStyle/>
          <a:p>
            <a:r>
              <a:rPr lang="en-US" dirty="0"/>
              <a:t>MIRJAM NILSSON​</a:t>
            </a:r>
          </a:p>
        </p:txBody>
      </p:sp>
      <p:sp>
        <p:nvSpPr>
          <p:cNvPr id="34" name="Text Placeholder 33">
            <a:extLst>
              <a:ext uri="{FF2B5EF4-FFF2-40B4-BE49-F238E27FC236}">
                <a16:creationId xmlns:a16="http://schemas.microsoft.com/office/drawing/2014/main" id="{08CA58D6-00FD-4D81-A0F6-215C4D558912}"/>
              </a:ext>
            </a:extLst>
          </p:cNvPr>
          <p:cNvSpPr>
            <a:spLocks noGrp="1"/>
          </p:cNvSpPr>
          <p:nvPr>
            <p:ph type="body" idx="19"/>
          </p:nvPr>
        </p:nvSpPr>
        <p:spPr>
          <a:xfrm>
            <a:off x="6183644" y="5099206"/>
            <a:ext cx="2123743" cy="343061"/>
          </a:xfrm>
        </p:spPr>
        <p:txBody>
          <a:bodyPr/>
          <a:lstStyle/>
          <a:p>
            <a:r>
              <a:rPr lang="en-US" dirty="0"/>
              <a:t>FLORA BERGGREN​</a:t>
            </a:r>
          </a:p>
        </p:txBody>
      </p:sp>
      <p:sp>
        <p:nvSpPr>
          <p:cNvPr id="35" name="Text Placeholder 34">
            <a:extLst>
              <a:ext uri="{FF2B5EF4-FFF2-40B4-BE49-F238E27FC236}">
                <a16:creationId xmlns:a16="http://schemas.microsoft.com/office/drawing/2014/main" id="{60D37431-6A3A-47F6-A367-B5ADCF66AE37}"/>
              </a:ext>
            </a:extLst>
          </p:cNvPr>
          <p:cNvSpPr>
            <a:spLocks noGrp="1"/>
          </p:cNvSpPr>
          <p:nvPr>
            <p:ph type="body" idx="20"/>
          </p:nvPr>
        </p:nvSpPr>
        <p:spPr>
          <a:xfrm>
            <a:off x="8603525" y="5084524"/>
            <a:ext cx="2123742" cy="343061"/>
          </a:xfrm>
        </p:spPr>
        <p:txBody>
          <a:bodyPr/>
          <a:lstStyle/>
          <a:p>
            <a:r>
              <a:rPr lang="en-US" dirty="0"/>
              <a:t>RAJESH SANTOSHI​</a:t>
            </a:r>
          </a:p>
        </p:txBody>
      </p:sp>
      <p:sp>
        <p:nvSpPr>
          <p:cNvPr id="36" name="Text Placeholder 35">
            <a:extLst>
              <a:ext uri="{FF2B5EF4-FFF2-40B4-BE49-F238E27FC236}">
                <a16:creationId xmlns:a16="http://schemas.microsoft.com/office/drawing/2014/main" id="{B76FA389-A54D-4E4B-81DA-DBA175D78FEC}"/>
              </a:ext>
            </a:extLst>
          </p:cNvPr>
          <p:cNvSpPr>
            <a:spLocks noGrp="1"/>
          </p:cNvSpPr>
          <p:nvPr>
            <p:ph type="body" idx="21"/>
          </p:nvPr>
        </p:nvSpPr>
        <p:spPr>
          <a:xfrm>
            <a:off x="1487181" y="5464114"/>
            <a:ext cx="1845511" cy="343061"/>
          </a:xfrm>
        </p:spPr>
        <p:txBody>
          <a:bodyPr/>
          <a:lstStyle/>
          <a:p>
            <a:r>
              <a:rPr lang="en-US" dirty="0"/>
              <a:t>President</a:t>
            </a:r>
          </a:p>
        </p:txBody>
      </p:sp>
      <p:sp>
        <p:nvSpPr>
          <p:cNvPr id="37" name="Text Placeholder 36">
            <a:extLst>
              <a:ext uri="{FF2B5EF4-FFF2-40B4-BE49-F238E27FC236}">
                <a16:creationId xmlns:a16="http://schemas.microsoft.com/office/drawing/2014/main" id="{65786675-BFC6-4743-BFD3-D64691F771D8}"/>
              </a:ext>
            </a:extLst>
          </p:cNvPr>
          <p:cNvSpPr>
            <a:spLocks noGrp="1"/>
          </p:cNvSpPr>
          <p:nvPr>
            <p:ph type="body" idx="22"/>
          </p:nvPr>
        </p:nvSpPr>
        <p:spPr>
          <a:xfrm>
            <a:off x="3836913" y="5478796"/>
            <a:ext cx="1855949" cy="343061"/>
          </a:xfrm>
        </p:spPr>
        <p:txBody>
          <a:bodyPr/>
          <a:lstStyle/>
          <a:p>
            <a:r>
              <a:rPr lang="en-US" dirty="0"/>
              <a:t>Chief Executive Officer</a:t>
            </a:r>
          </a:p>
        </p:txBody>
      </p:sp>
      <p:sp>
        <p:nvSpPr>
          <p:cNvPr id="38" name="Text Placeholder 37">
            <a:extLst>
              <a:ext uri="{FF2B5EF4-FFF2-40B4-BE49-F238E27FC236}">
                <a16:creationId xmlns:a16="http://schemas.microsoft.com/office/drawing/2014/main" id="{97062F49-F468-4EA6-B6BF-94BFF89FDCB7}"/>
              </a:ext>
            </a:extLst>
          </p:cNvPr>
          <p:cNvSpPr>
            <a:spLocks noGrp="1"/>
          </p:cNvSpPr>
          <p:nvPr>
            <p:ph type="body" idx="23"/>
          </p:nvPr>
        </p:nvSpPr>
        <p:spPr>
          <a:xfrm>
            <a:off x="6327577" y="5478796"/>
            <a:ext cx="1845511" cy="343061"/>
          </a:xfrm>
        </p:spPr>
        <p:txBody>
          <a:bodyPr/>
          <a:lstStyle/>
          <a:p>
            <a:r>
              <a:rPr lang="en-US" dirty="0"/>
              <a:t>Chief Operations Officer</a:t>
            </a:r>
          </a:p>
          <a:p>
            <a:endParaRPr lang="en-US" dirty="0"/>
          </a:p>
        </p:txBody>
      </p:sp>
      <p:sp>
        <p:nvSpPr>
          <p:cNvPr id="39" name="Text Placeholder 38">
            <a:extLst>
              <a:ext uri="{FF2B5EF4-FFF2-40B4-BE49-F238E27FC236}">
                <a16:creationId xmlns:a16="http://schemas.microsoft.com/office/drawing/2014/main" id="{59D9F00A-8CF0-41E8-9BB6-3B8ECDA55D49}"/>
              </a:ext>
            </a:extLst>
          </p:cNvPr>
          <p:cNvSpPr>
            <a:spLocks noGrp="1"/>
          </p:cNvSpPr>
          <p:nvPr>
            <p:ph type="body" idx="24"/>
          </p:nvPr>
        </p:nvSpPr>
        <p:spPr>
          <a:xfrm>
            <a:off x="8747458" y="5464114"/>
            <a:ext cx="1845510" cy="343061"/>
          </a:xfrm>
        </p:spPr>
        <p:txBody>
          <a:bodyPr/>
          <a:lstStyle/>
          <a:p>
            <a:r>
              <a:rPr lang="en-US" dirty="0"/>
              <a:t>VP Marketing</a:t>
            </a:r>
          </a:p>
          <a:p>
            <a:endParaRPr lang="en-US" dirty="0"/>
          </a:p>
        </p:txBody>
      </p:sp>
      <p:sp>
        <p:nvSpPr>
          <p:cNvPr id="3" name="Date Placeholder 2">
            <a:extLst>
              <a:ext uri="{FF2B5EF4-FFF2-40B4-BE49-F238E27FC236}">
                <a16:creationId xmlns:a16="http://schemas.microsoft.com/office/drawing/2014/main" id="{02F9CC1F-102C-49CC-B646-8E6826368A81}"/>
              </a:ext>
            </a:extLst>
          </p:cNvPr>
          <p:cNvSpPr>
            <a:spLocks noGrp="1"/>
          </p:cNvSpPr>
          <p:nvPr>
            <p:ph type="dt" sz="half" idx="10"/>
          </p:nvPr>
        </p:nvSpPr>
        <p:spPr>
          <a:xfrm>
            <a:off x="838200" y="6356350"/>
            <a:ext cx="2743200" cy="365125"/>
          </a:xfrm>
        </p:spPr>
        <p:txBody>
          <a:bodyPr/>
          <a:lstStyle/>
          <a:p>
            <a:r>
              <a:rPr lang="en-US" dirty="0"/>
              <a:t>20XX</a:t>
            </a:r>
          </a:p>
        </p:txBody>
      </p:sp>
      <p:sp>
        <p:nvSpPr>
          <p:cNvPr id="4" name="Footer Placeholder 3">
            <a:extLst>
              <a:ext uri="{FF2B5EF4-FFF2-40B4-BE49-F238E27FC236}">
                <a16:creationId xmlns:a16="http://schemas.microsoft.com/office/drawing/2014/main" id="{33808A03-6EC3-48BE-9D18-5A746D09243E}"/>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46868410-BE8A-4C98-9C72-20D0A2A6A8B9}"/>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16</a:t>
            </a:fld>
            <a:endParaRPr lang="en-US" dirty="0"/>
          </a:p>
        </p:txBody>
      </p:sp>
    </p:spTree>
    <p:extLst>
      <p:ext uri="{BB962C8B-B14F-4D97-AF65-F5344CB8AC3E}">
        <p14:creationId xmlns:p14="http://schemas.microsoft.com/office/powerpoint/2010/main" val="34774530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6F7BB-30A8-4980-AD4A-2FB0B53FA6C9}"/>
              </a:ext>
            </a:extLst>
          </p:cNvPr>
          <p:cNvSpPr>
            <a:spLocks noGrp="1"/>
          </p:cNvSpPr>
          <p:nvPr>
            <p:ph type="title"/>
          </p:nvPr>
        </p:nvSpPr>
        <p:spPr>
          <a:xfrm>
            <a:off x="1885156" y="892177"/>
            <a:ext cx="8421688" cy="1325563"/>
          </a:xfrm>
        </p:spPr>
        <p:txBody>
          <a:bodyPr/>
          <a:lstStyle/>
          <a:p>
            <a:r>
              <a:rPr lang="en-US" dirty="0"/>
              <a:t>MEET THE TEAM  </a:t>
            </a:r>
          </a:p>
        </p:txBody>
      </p:sp>
      <p:pic>
        <p:nvPicPr>
          <p:cNvPr id="38" name="Picture Placeholder 37" descr="Team member headshot">
            <a:extLst>
              <a:ext uri="{FF2B5EF4-FFF2-40B4-BE49-F238E27FC236}">
                <a16:creationId xmlns:a16="http://schemas.microsoft.com/office/drawing/2014/main" id="{6E64DC71-C9CE-47FF-A3B6-597A9B09EC98}"/>
              </a:ext>
            </a:extLst>
          </p:cNvPr>
          <p:cNvPicPr>
            <a:picLocks noGrp="1" noChangeAspect="1"/>
          </p:cNvPicPr>
          <p:nvPr>
            <p:ph type="pic" sz="quarter" idx="14"/>
          </p:nvPr>
        </p:nvPicPr>
        <p:blipFill rotWithShape="1">
          <a:blip r:embed="rId2">
            <a:extLst>
              <a:ext uri="{28A0092B-C50C-407E-A947-70E740481C1C}">
                <a14:useLocalDpi xmlns:a14="http://schemas.microsoft.com/office/drawing/2010/main" val="0"/>
              </a:ext>
            </a:extLst>
          </a:blip>
          <a:srcRect/>
          <a:stretch/>
        </p:blipFill>
        <p:spPr>
          <a:xfrm>
            <a:off x="1877176" y="2428875"/>
            <a:ext cx="1066800" cy="1066800"/>
          </a:xfrm>
        </p:spPr>
      </p:pic>
      <p:pic>
        <p:nvPicPr>
          <p:cNvPr id="42" name="Picture Placeholder 41" descr="Team member headshot">
            <a:extLst>
              <a:ext uri="{FF2B5EF4-FFF2-40B4-BE49-F238E27FC236}">
                <a16:creationId xmlns:a16="http://schemas.microsoft.com/office/drawing/2014/main" id="{03BE9C30-CAE7-4AE5-8722-B20E200AC048}"/>
              </a:ext>
            </a:extLst>
          </p:cNvPr>
          <p:cNvPicPr>
            <a:picLocks noGrp="1" noChangeAspect="1"/>
          </p:cNvPicPr>
          <p:nvPr>
            <p:ph type="pic" sz="quarter" idx="15"/>
          </p:nvPr>
        </p:nvPicPr>
        <p:blipFill rotWithShape="1">
          <a:blip r:embed="rId3">
            <a:extLst>
              <a:ext uri="{28A0092B-C50C-407E-A947-70E740481C1C}">
                <a14:useLocalDpi xmlns:a14="http://schemas.microsoft.com/office/drawing/2010/main" val="0"/>
              </a:ext>
            </a:extLst>
          </a:blip>
          <a:srcRect/>
          <a:stretch/>
        </p:blipFill>
        <p:spPr>
          <a:xfrm>
            <a:off x="4226270" y="2428875"/>
            <a:ext cx="1066800" cy="1066800"/>
          </a:xfrm>
        </p:spPr>
      </p:pic>
      <p:pic>
        <p:nvPicPr>
          <p:cNvPr id="46" name="Picture Placeholder 45" descr="Team member headshot">
            <a:extLst>
              <a:ext uri="{FF2B5EF4-FFF2-40B4-BE49-F238E27FC236}">
                <a16:creationId xmlns:a16="http://schemas.microsoft.com/office/drawing/2014/main" id="{F8B9EE09-9F4E-47F5-82E5-A135C37A6E26}"/>
              </a:ext>
            </a:extLst>
          </p:cNvPr>
          <p:cNvPicPr>
            <a:picLocks noGrp="1" noChangeAspect="1"/>
          </p:cNvPicPr>
          <p:nvPr>
            <p:ph type="pic" sz="quarter" idx="16"/>
          </p:nvPr>
        </p:nvPicPr>
        <p:blipFill rotWithShape="1">
          <a:blip r:embed="rId4">
            <a:extLst>
              <a:ext uri="{28A0092B-C50C-407E-A947-70E740481C1C}">
                <a14:useLocalDpi xmlns:a14="http://schemas.microsoft.com/office/drawing/2010/main" val="0"/>
              </a:ext>
            </a:extLst>
          </a:blip>
          <a:srcRect/>
          <a:stretch/>
        </p:blipFill>
        <p:spPr>
          <a:xfrm>
            <a:off x="6716934" y="2428875"/>
            <a:ext cx="1066800" cy="1066800"/>
          </a:xfrm>
        </p:spPr>
      </p:pic>
      <p:pic>
        <p:nvPicPr>
          <p:cNvPr id="54" name="Picture Placeholder 53" descr="Team member headshot">
            <a:extLst>
              <a:ext uri="{FF2B5EF4-FFF2-40B4-BE49-F238E27FC236}">
                <a16:creationId xmlns:a16="http://schemas.microsoft.com/office/drawing/2014/main" id="{B789A13E-52C8-4E94-89B2-D51A0739F00A}"/>
              </a:ext>
            </a:extLst>
          </p:cNvPr>
          <p:cNvPicPr>
            <a:picLocks noGrp="1" noChangeAspect="1"/>
          </p:cNvPicPr>
          <p:nvPr>
            <p:ph type="pic" sz="quarter" idx="17"/>
          </p:nvPr>
        </p:nvPicPr>
        <p:blipFill rotWithShape="1">
          <a:blip r:embed="rId5">
            <a:extLst>
              <a:ext uri="{28A0092B-C50C-407E-A947-70E740481C1C}">
                <a14:useLocalDpi xmlns:a14="http://schemas.microsoft.com/office/drawing/2010/main" val="0"/>
              </a:ext>
            </a:extLst>
          </a:blip>
          <a:srcRect/>
          <a:stretch/>
        </p:blipFill>
        <p:spPr>
          <a:xfrm>
            <a:off x="9136814" y="2428875"/>
            <a:ext cx="1066800" cy="1066800"/>
          </a:xfrm>
        </p:spPr>
      </p:pic>
      <p:sp>
        <p:nvSpPr>
          <p:cNvPr id="36" name="Text Placeholder 35">
            <a:extLst>
              <a:ext uri="{FF2B5EF4-FFF2-40B4-BE49-F238E27FC236}">
                <a16:creationId xmlns:a16="http://schemas.microsoft.com/office/drawing/2014/main" id="{23BA8AAF-B08B-441B-AAF3-590A568329BF}"/>
              </a:ext>
            </a:extLst>
          </p:cNvPr>
          <p:cNvSpPr>
            <a:spLocks noGrp="1"/>
          </p:cNvSpPr>
          <p:nvPr>
            <p:ph type="body" idx="1"/>
          </p:nvPr>
        </p:nvSpPr>
        <p:spPr>
          <a:xfrm>
            <a:off x="1500168" y="3654378"/>
            <a:ext cx="1828800" cy="343061"/>
          </a:xfrm>
        </p:spPr>
        <p:txBody>
          <a:bodyPr/>
          <a:lstStyle/>
          <a:p>
            <a:r>
              <a:rPr lang="en-US" dirty="0"/>
              <a:t>TAKUMA HAYASHI</a:t>
            </a:r>
          </a:p>
          <a:p>
            <a:endParaRPr lang="en-US" dirty="0"/>
          </a:p>
        </p:txBody>
      </p:sp>
      <p:sp>
        <p:nvSpPr>
          <p:cNvPr id="52" name="Text Placeholder 51">
            <a:extLst>
              <a:ext uri="{FF2B5EF4-FFF2-40B4-BE49-F238E27FC236}">
                <a16:creationId xmlns:a16="http://schemas.microsoft.com/office/drawing/2014/main" id="{E07741A2-243F-4086-945C-BCA1F24E6DB5}"/>
              </a:ext>
            </a:extLst>
          </p:cNvPr>
          <p:cNvSpPr>
            <a:spLocks noGrp="1"/>
          </p:cNvSpPr>
          <p:nvPr>
            <p:ph type="body" idx="21"/>
          </p:nvPr>
        </p:nvSpPr>
        <p:spPr>
          <a:xfrm>
            <a:off x="1390120" y="3782039"/>
            <a:ext cx="2057400" cy="343061"/>
          </a:xfrm>
        </p:spPr>
        <p:txBody>
          <a:bodyPr/>
          <a:lstStyle/>
          <a:p>
            <a:r>
              <a:rPr lang="en-US" dirty="0"/>
              <a:t>President</a:t>
            </a:r>
          </a:p>
        </p:txBody>
      </p:sp>
      <p:sp>
        <p:nvSpPr>
          <p:cNvPr id="49" name="Text Placeholder 48">
            <a:extLst>
              <a:ext uri="{FF2B5EF4-FFF2-40B4-BE49-F238E27FC236}">
                <a16:creationId xmlns:a16="http://schemas.microsoft.com/office/drawing/2014/main" id="{27CB5CB7-B854-4F48-954C-5CF86CC9146D}"/>
              </a:ext>
            </a:extLst>
          </p:cNvPr>
          <p:cNvSpPr>
            <a:spLocks noGrp="1"/>
          </p:cNvSpPr>
          <p:nvPr>
            <p:ph type="body" idx="18"/>
          </p:nvPr>
        </p:nvSpPr>
        <p:spPr>
          <a:xfrm>
            <a:off x="3849262" y="3669060"/>
            <a:ext cx="1828800" cy="343061"/>
          </a:xfrm>
        </p:spPr>
        <p:txBody>
          <a:bodyPr/>
          <a:lstStyle/>
          <a:p>
            <a:r>
              <a:rPr lang="en-US" dirty="0"/>
              <a:t>MIRJAM NILSSON​</a:t>
            </a:r>
          </a:p>
        </p:txBody>
      </p:sp>
      <p:sp>
        <p:nvSpPr>
          <p:cNvPr id="61" name="Text Placeholder 60">
            <a:extLst>
              <a:ext uri="{FF2B5EF4-FFF2-40B4-BE49-F238E27FC236}">
                <a16:creationId xmlns:a16="http://schemas.microsoft.com/office/drawing/2014/main" id="{F1C860E6-FF87-419F-8B26-B8EA4D5F3D3D}"/>
              </a:ext>
            </a:extLst>
          </p:cNvPr>
          <p:cNvSpPr>
            <a:spLocks noGrp="1"/>
          </p:cNvSpPr>
          <p:nvPr>
            <p:ph type="body" idx="22"/>
          </p:nvPr>
        </p:nvSpPr>
        <p:spPr>
          <a:xfrm>
            <a:off x="3739214" y="3796721"/>
            <a:ext cx="2057400" cy="343061"/>
          </a:xfrm>
        </p:spPr>
        <p:txBody>
          <a:bodyPr/>
          <a:lstStyle/>
          <a:p>
            <a:r>
              <a:rPr lang="en-US" dirty="0"/>
              <a:t>Chief Executive Officer</a:t>
            </a:r>
          </a:p>
        </p:txBody>
      </p:sp>
      <p:sp>
        <p:nvSpPr>
          <p:cNvPr id="50" name="Text Placeholder 49">
            <a:extLst>
              <a:ext uri="{FF2B5EF4-FFF2-40B4-BE49-F238E27FC236}">
                <a16:creationId xmlns:a16="http://schemas.microsoft.com/office/drawing/2014/main" id="{540F887C-E8EB-4467-90FE-023D47FFB454}"/>
              </a:ext>
            </a:extLst>
          </p:cNvPr>
          <p:cNvSpPr>
            <a:spLocks noGrp="1"/>
          </p:cNvSpPr>
          <p:nvPr>
            <p:ph type="body" idx="19"/>
          </p:nvPr>
        </p:nvSpPr>
        <p:spPr>
          <a:xfrm>
            <a:off x="6339926" y="3669060"/>
            <a:ext cx="1828800" cy="343061"/>
          </a:xfrm>
        </p:spPr>
        <p:txBody>
          <a:bodyPr/>
          <a:lstStyle/>
          <a:p>
            <a:r>
              <a:rPr lang="en-US" dirty="0"/>
              <a:t>FLORA BERGGREN​</a:t>
            </a:r>
          </a:p>
          <a:p>
            <a:endParaRPr lang="en-US" dirty="0"/>
          </a:p>
        </p:txBody>
      </p:sp>
      <p:sp>
        <p:nvSpPr>
          <p:cNvPr id="62" name="Text Placeholder 61">
            <a:extLst>
              <a:ext uri="{FF2B5EF4-FFF2-40B4-BE49-F238E27FC236}">
                <a16:creationId xmlns:a16="http://schemas.microsoft.com/office/drawing/2014/main" id="{F1AF6C54-9939-432B-BBC2-5E0C0F8B2D8C}"/>
              </a:ext>
            </a:extLst>
          </p:cNvPr>
          <p:cNvSpPr>
            <a:spLocks noGrp="1"/>
          </p:cNvSpPr>
          <p:nvPr>
            <p:ph type="body" idx="23"/>
          </p:nvPr>
        </p:nvSpPr>
        <p:spPr>
          <a:xfrm>
            <a:off x="6217963" y="3796721"/>
            <a:ext cx="2057400" cy="343061"/>
          </a:xfrm>
        </p:spPr>
        <p:txBody>
          <a:bodyPr/>
          <a:lstStyle/>
          <a:p>
            <a:r>
              <a:rPr lang="en-US" dirty="0"/>
              <a:t>Chief Operations Officer</a:t>
            </a:r>
          </a:p>
        </p:txBody>
      </p:sp>
      <p:sp>
        <p:nvSpPr>
          <p:cNvPr id="51" name="Text Placeholder 50">
            <a:extLst>
              <a:ext uri="{FF2B5EF4-FFF2-40B4-BE49-F238E27FC236}">
                <a16:creationId xmlns:a16="http://schemas.microsoft.com/office/drawing/2014/main" id="{C1C77C5B-2A5F-4999-A5BF-F60EA88DE493}"/>
              </a:ext>
            </a:extLst>
          </p:cNvPr>
          <p:cNvSpPr>
            <a:spLocks noGrp="1"/>
          </p:cNvSpPr>
          <p:nvPr>
            <p:ph type="body" idx="20"/>
          </p:nvPr>
        </p:nvSpPr>
        <p:spPr>
          <a:xfrm>
            <a:off x="8759806" y="3654378"/>
            <a:ext cx="1828800" cy="343061"/>
          </a:xfrm>
        </p:spPr>
        <p:txBody>
          <a:bodyPr/>
          <a:lstStyle/>
          <a:p>
            <a:r>
              <a:rPr lang="en-US" dirty="0"/>
              <a:t>RAJESH SANTOSHI</a:t>
            </a:r>
          </a:p>
        </p:txBody>
      </p:sp>
      <p:sp>
        <p:nvSpPr>
          <p:cNvPr id="63" name="Text Placeholder 62">
            <a:extLst>
              <a:ext uri="{FF2B5EF4-FFF2-40B4-BE49-F238E27FC236}">
                <a16:creationId xmlns:a16="http://schemas.microsoft.com/office/drawing/2014/main" id="{41797063-0A46-4FCE-86CB-FC66F997C5F4}"/>
              </a:ext>
            </a:extLst>
          </p:cNvPr>
          <p:cNvSpPr>
            <a:spLocks noGrp="1"/>
          </p:cNvSpPr>
          <p:nvPr>
            <p:ph type="body" idx="24"/>
          </p:nvPr>
        </p:nvSpPr>
        <p:spPr>
          <a:xfrm>
            <a:off x="8634432" y="3782039"/>
            <a:ext cx="2057400" cy="343061"/>
          </a:xfrm>
        </p:spPr>
        <p:txBody>
          <a:bodyPr/>
          <a:lstStyle/>
          <a:p>
            <a:r>
              <a:rPr lang="en-US" dirty="0"/>
              <a:t>VP Marketing</a:t>
            </a:r>
          </a:p>
        </p:txBody>
      </p:sp>
      <p:pic>
        <p:nvPicPr>
          <p:cNvPr id="58" name="Picture Placeholder 57" descr="Team member headshot">
            <a:extLst>
              <a:ext uri="{FF2B5EF4-FFF2-40B4-BE49-F238E27FC236}">
                <a16:creationId xmlns:a16="http://schemas.microsoft.com/office/drawing/2014/main" id="{67F12A1B-1645-4C97-AE80-CC96C4998E2E}"/>
              </a:ext>
            </a:extLst>
          </p:cNvPr>
          <p:cNvPicPr>
            <a:picLocks noGrp="1" noChangeAspect="1"/>
          </p:cNvPicPr>
          <p:nvPr>
            <p:ph type="pic" sz="quarter" idx="26"/>
          </p:nvPr>
        </p:nvPicPr>
        <p:blipFill rotWithShape="1">
          <a:blip r:embed="rId6">
            <a:extLst>
              <a:ext uri="{28A0092B-C50C-407E-A947-70E740481C1C}">
                <a14:useLocalDpi xmlns:a14="http://schemas.microsoft.com/office/drawing/2010/main" val="0"/>
              </a:ext>
            </a:extLst>
          </a:blip>
          <a:srcRect/>
          <a:stretch/>
        </p:blipFill>
        <p:spPr>
          <a:xfrm>
            <a:off x="1877176" y="4287711"/>
            <a:ext cx="1066800" cy="1066800"/>
          </a:xfrm>
        </p:spPr>
      </p:pic>
      <p:pic>
        <p:nvPicPr>
          <p:cNvPr id="66" name="Picture Placeholder 65" descr="Team member headshot">
            <a:extLst>
              <a:ext uri="{FF2B5EF4-FFF2-40B4-BE49-F238E27FC236}">
                <a16:creationId xmlns:a16="http://schemas.microsoft.com/office/drawing/2014/main" id="{448282B4-E477-4ECE-BC09-7EA9451D9AEE}"/>
              </a:ext>
            </a:extLst>
          </p:cNvPr>
          <p:cNvPicPr>
            <a:picLocks noGrp="1" noChangeAspect="1"/>
          </p:cNvPicPr>
          <p:nvPr>
            <p:ph type="pic" sz="quarter" idx="27"/>
          </p:nvPr>
        </p:nvPicPr>
        <p:blipFill rotWithShape="1">
          <a:blip r:embed="rId7">
            <a:extLst>
              <a:ext uri="{28A0092B-C50C-407E-A947-70E740481C1C}">
                <a14:useLocalDpi xmlns:a14="http://schemas.microsoft.com/office/drawing/2010/main" val="0"/>
              </a:ext>
            </a:extLst>
          </a:blip>
          <a:srcRect/>
          <a:stretch/>
        </p:blipFill>
        <p:spPr>
          <a:xfrm>
            <a:off x="4226270" y="4287711"/>
            <a:ext cx="1066800" cy="1066800"/>
          </a:xfrm>
        </p:spPr>
      </p:pic>
      <p:pic>
        <p:nvPicPr>
          <p:cNvPr id="78" name="Picture Placeholder 77" descr="Team member headshot">
            <a:extLst>
              <a:ext uri="{FF2B5EF4-FFF2-40B4-BE49-F238E27FC236}">
                <a16:creationId xmlns:a16="http://schemas.microsoft.com/office/drawing/2014/main" id="{15824874-C00E-4835-97F0-43C416DDCACC}"/>
              </a:ext>
            </a:extLst>
          </p:cNvPr>
          <p:cNvPicPr>
            <a:picLocks noGrp="1" noChangeAspect="1"/>
          </p:cNvPicPr>
          <p:nvPr>
            <p:ph type="pic" sz="quarter" idx="28"/>
          </p:nvPr>
        </p:nvPicPr>
        <p:blipFill rotWithShape="1">
          <a:blip r:embed="rId8">
            <a:extLst>
              <a:ext uri="{28A0092B-C50C-407E-A947-70E740481C1C}">
                <a14:useLocalDpi xmlns:a14="http://schemas.microsoft.com/office/drawing/2010/main" val="0"/>
              </a:ext>
            </a:extLst>
          </a:blip>
          <a:srcRect/>
          <a:stretch/>
        </p:blipFill>
        <p:spPr>
          <a:xfrm>
            <a:off x="6716934" y="4287711"/>
            <a:ext cx="1066800" cy="1066800"/>
          </a:xfrm>
        </p:spPr>
      </p:pic>
      <p:pic>
        <p:nvPicPr>
          <p:cNvPr id="83" name="Picture Placeholder 82" descr="Team member headshot">
            <a:extLst>
              <a:ext uri="{FF2B5EF4-FFF2-40B4-BE49-F238E27FC236}">
                <a16:creationId xmlns:a16="http://schemas.microsoft.com/office/drawing/2014/main" id="{96405252-7726-442E-9D15-755840A5AF27}"/>
              </a:ext>
            </a:extLst>
          </p:cNvPr>
          <p:cNvPicPr>
            <a:picLocks noGrp="1" noChangeAspect="1"/>
          </p:cNvPicPr>
          <p:nvPr>
            <p:ph type="pic" sz="quarter" idx="29"/>
          </p:nvPr>
        </p:nvPicPr>
        <p:blipFill rotWithShape="1">
          <a:blip r:embed="rId9">
            <a:extLst>
              <a:ext uri="{28A0092B-C50C-407E-A947-70E740481C1C}">
                <a14:useLocalDpi xmlns:a14="http://schemas.microsoft.com/office/drawing/2010/main" val="0"/>
              </a:ext>
            </a:extLst>
          </a:blip>
          <a:srcRect/>
          <a:stretch/>
        </p:blipFill>
        <p:spPr>
          <a:xfrm>
            <a:off x="9136814" y="4287711"/>
            <a:ext cx="1066800" cy="1066800"/>
          </a:xfrm>
        </p:spPr>
      </p:pic>
      <p:sp>
        <p:nvSpPr>
          <p:cNvPr id="64" name="Text Placeholder 63">
            <a:extLst>
              <a:ext uri="{FF2B5EF4-FFF2-40B4-BE49-F238E27FC236}">
                <a16:creationId xmlns:a16="http://schemas.microsoft.com/office/drawing/2014/main" id="{3ECD1D6F-7DAE-4DCC-BBB4-CD519379CDF6}"/>
              </a:ext>
            </a:extLst>
          </p:cNvPr>
          <p:cNvSpPr>
            <a:spLocks noGrp="1"/>
          </p:cNvSpPr>
          <p:nvPr>
            <p:ph type="body" idx="25"/>
          </p:nvPr>
        </p:nvSpPr>
        <p:spPr>
          <a:xfrm>
            <a:off x="1500168" y="5513214"/>
            <a:ext cx="1828800" cy="343061"/>
          </a:xfrm>
        </p:spPr>
        <p:txBody>
          <a:bodyPr/>
          <a:lstStyle/>
          <a:p>
            <a:r>
              <a:rPr lang="en-US" dirty="0"/>
              <a:t>GRAHAM BARNES</a:t>
            </a:r>
          </a:p>
          <a:p>
            <a:endParaRPr lang="en-US" dirty="0"/>
          </a:p>
        </p:txBody>
      </p:sp>
      <p:sp>
        <p:nvSpPr>
          <p:cNvPr id="72" name="Text Placeholder 71">
            <a:extLst>
              <a:ext uri="{FF2B5EF4-FFF2-40B4-BE49-F238E27FC236}">
                <a16:creationId xmlns:a16="http://schemas.microsoft.com/office/drawing/2014/main" id="{0420E7B5-7D79-437C-BC6E-11C9C9C73D12}"/>
              </a:ext>
            </a:extLst>
          </p:cNvPr>
          <p:cNvSpPr>
            <a:spLocks noGrp="1"/>
          </p:cNvSpPr>
          <p:nvPr>
            <p:ph type="body" idx="33"/>
          </p:nvPr>
        </p:nvSpPr>
        <p:spPr>
          <a:xfrm>
            <a:off x="1390120" y="5640875"/>
            <a:ext cx="2057400" cy="343061"/>
          </a:xfrm>
        </p:spPr>
        <p:txBody>
          <a:bodyPr/>
          <a:lstStyle/>
          <a:p>
            <a:r>
              <a:rPr lang="en-US" dirty="0"/>
              <a:t>VP Product</a:t>
            </a:r>
          </a:p>
        </p:txBody>
      </p:sp>
      <p:sp>
        <p:nvSpPr>
          <p:cNvPr id="69" name="Text Placeholder 68">
            <a:extLst>
              <a:ext uri="{FF2B5EF4-FFF2-40B4-BE49-F238E27FC236}">
                <a16:creationId xmlns:a16="http://schemas.microsoft.com/office/drawing/2014/main" id="{A5A9CD8D-31A9-4139-87B2-349EA8E14781}"/>
              </a:ext>
            </a:extLst>
          </p:cNvPr>
          <p:cNvSpPr>
            <a:spLocks noGrp="1"/>
          </p:cNvSpPr>
          <p:nvPr>
            <p:ph type="body" idx="30"/>
          </p:nvPr>
        </p:nvSpPr>
        <p:spPr>
          <a:xfrm>
            <a:off x="3849262" y="5527896"/>
            <a:ext cx="1828800" cy="343061"/>
          </a:xfrm>
        </p:spPr>
        <p:txBody>
          <a:bodyPr/>
          <a:lstStyle/>
          <a:p>
            <a:r>
              <a:rPr lang="en-US" dirty="0"/>
              <a:t>ROWAN MURPHY</a:t>
            </a:r>
          </a:p>
          <a:p>
            <a:endParaRPr lang="en-US" dirty="0"/>
          </a:p>
        </p:txBody>
      </p:sp>
      <p:sp>
        <p:nvSpPr>
          <p:cNvPr id="73" name="Text Placeholder 72">
            <a:extLst>
              <a:ext uri="{FF2B5EF4-FFF2-40B4-BE49-F238E27FC236}">
                <a16:creationId xmlns:a16="http://schemas.microsoft.com/office/drawing/2014/main" id="{E1FCDD58-01CD-47CF-AB15-A511E9D3612F}"/>
              </a:ext>
            </a:extLst>
          </p:cNvPr>
          <p:cNvSpPr>
            <a:spLocks noGrp="1"/>
          </p:cNvSpPr>
          <p:nvPr>
            <p:ph type="body" idx="34"/>
          </p:nvPr>
        </p:nvSpPr>
        <p:spPr>
          <a:xfrm>
            <a:off x="3739214" y="5655557"/>
            <a:ext cx="2057400" cy="343061"/>
          </a:xfrm>
        </p:spPr>
        <p:txBody>
          <a:bodyPr/>
          <a:lstStyle/>
          <a:p>
            <a:r>
              <a:rPr lang="en-US" dirty="0"/>
              <a:t>SEO Strategist</a:t>
            </a:r>
          </a:p>
        </p:txBody>
      </p:sp>
      <p:sp>
        <p:nvSpPr>
          <p:cNvPr id="70" name="Text Placeholder 69">
            <a:extLst>
              <a:ext uri="{FF2B5EF4-FFF2-40B4-BE49-F238E27FC236}">
                <a16:creationId xmlns:a16="http://schemas.microsoft.com/office/drawing/2014/main" id="{58753412-8033-48AD-80DF-945C72BC7335}"/>
              </a:ext>
            </a:extLst>
          </p:cNvPr>
          <p:cNvSpPr>
            <a:spLocks noGrp="1"/>
          </p:cNvSpPr>
          <p:nvPr>
            <p:ph type="body" idx="31"/>
          </p:nvPr>
        </p:nvSpPr>
        <p:spPr>
          <a:xfrm>
            <a:off x="6339926" y="5527896"/>
            <a:ext cx="1828800" cy="343061"/>
          </a:xfrm>
        </p:spPr>
        <p:txBody>
          <a:bodyPr/>
          <a:lstStyle/>
          <a:p>
            <a:r>
              <a:rPr lang="en-US" dirty="0"/>
              <a:t>ELIZABETH MOORE</a:t>
            </a:r>
          </a:p>
        </p:txBody>
      </p:sp>
      <p:sp>
        <p:nvSpPr>
          <p:cNvPr id="74" name="Text Placeholder 73">
            <a:extLst>
              <a:ext uri="{FF2B5EF4-FFF2-40B4-BE49-F238E27FC236}">
                <a16:creationId xmlns:a16="http://schemas.microsoft.com/office/drawing/2014/main" id="{2E2604A9-4BB8-4144-914B-DCF4F13DF3DB}"/>
              </a:ext>
            </a:extLst>
          </p:cNvPr>
          <p:cNvSpPr>
            <a:spLocks noGrp="1"/>
          </p:cNvSpPr>
          <p:nvPr>
            <p:ph type="body" idx="35"/>
          </p:nvPr>
        </p:nvSpPr>
        <p:spPr>
          <a:xfrm>
            <a:off x="6229878" y="5655557"/>
            <a:ext cx="2057400" cy="343061"/>
          </a:xfrm>
        </p:spPr>
        <p:txBody>
          <a:bodyPr/>
          <a:lstStyle/>
          <a:p>
            <a:r>
              <a:rPr lang="en-US" dirty="0"/>
              <a:t>Product Designer</a:t>
            </a:r>
          </a:p>
        </p:txBody>
      </p:sp>
      <p:sp>
        <p:nvSpPr>
          <p:cNvPr id="71" name="Text Placeholder 70">
            <a:extLst>
              <a:ext uri="{FF2B5EF4-FFF2-40B4-BE49-F238E27FC236}">
                <a16:creationId xmlns:a16="http://schemas.microsoft.com/office/drawing/2014/main" id="{A45FE9A3-15E0-49FA-B6E5-DB16CD0C2C8F}"/>
              </a:ext>
            </a:extLst>
          </p:cNvPr>
          <p:cNvSpPr>
            <a:spLocks noGrp="1"/>
          </p:cNvSpPr>
          <p:nvPr>
            <p:ph type="body" idx="32"/>
          </p:nvPr>
        </p:nvSpPr>
        <p:spPr>
          <a:xfrm>
            <a:off x="8759806" y="5513214"/>
            <a:ext cx="1828800" cy="343061"/>
          </a:xfrm>
        </p:spPr>
        <p:txBody>
          <a:bodyPr/>
          <a:lstStyle/>
          <a:p>
            <a:r>
              <a:rPr lang="en-US" dirty="0"/>
              <a:t>ROBIN KLINE</a:t>
            </a:r>
          </a:p>
        </p:txBody>
      </p:sp>
      <p:sp>
        <p:nvSpPr>
          <p:cNvPr id="75" name="Text Placeholder 74">
            <a:extLst>
              <a:ext uri="{FF2B5EF4-FFF2-40B4-BE49-F238E27FC236}">
                <a16:creationId xmlns:a16="http://schemas.microsoft.com/office/drawing/2014/main" id="{72076C4D-9688-4C1A-AB51-8F1051A803A9}"/>
              </a:ext>
            </a:extLst>
          </p:cNvPr>
          <p:cNvSpPr>
            <a:spLocks noGrp="1"/>
          </p:cNvSpPr>
          <p:nvPr>
            <p:ph type="body" idx="36"/>
          </p:nvPr>
        </p:nvSpPr>
        <p:spPr>
          <a:xfrm>
            <a:off x="8634432" y="5640875"/>
            <a:ext cx="2057400" cy="343061"/>
          </a:xfrm>
        </p:spPr>
        <p:txBody>
          <a:bodyPr/>
          <a:lstStyle/>
          <a:p>
            <a:r>
              <a:rPr lang="en-US" dirty="0"/>
              <a:t>Content Developer</a:t>
            </a:r>
          </a:p>
        </p:txBody>
      </p:sp>
      <p:sp>
        <p:nvSpPr>
          <p:cNvPr id="3" name="Date Placeholder 2">
            <a:extLst>
              <a:ext uri="{FF2B5EF4-FFF2-40B4-BE49-F238E27FC236}">
                <a16:creationId xmlns:a16="http://schemas.microsoft.com/office/drawing/2014/main" id="{1833164A-09D8-4E05-899E-C830A562A446}"/>
              </a:ext>
            </a:extLst>
          </p:cNvPr>
          <p:cNvSpPr>
            <a:spLocks noGrp="1"/>
          </p:cNvSpPr>
          <p:nvPr>
            <p:ph type="dt" sz="half" idx="10"/>
          </p:nvPr>
        </p:nvSpPr>
        <p:spPr>
          <a:xfrm>
            <a:off x="838200" y="6356350"/>
            <a:ext cx="2743200" cy="365125"/>
          </a:xfrm>
        </p:spPr>
        <p:txBody>
          <a:bodyPr/>
          <a:lstStyle/>
          <a:p>
            <a:r>
              <a:rPr lang="en-US" dirty="0"/>
              <a:t>20XX</a:t>
            </a:r>
          </a:p>
        </p:txBody>
      </p:sp>
      <p:sp>
        <p:nvSpPr>
          <p:cNvPr id="4" name="Footer Placeholder 3">
            <a:extLst>
              <a:ext uri="{FF2B5EF4-FFF2-40B4-BE49-F238E27FC236}">
                <a16:creationId xmlns:a16="http://schemas.microsoft.com/office/drawing/2014/main" id="{79EB4DEA-4DCD-421C-A905-7EFCAE898907}"/>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5" name="Slide Number Placeholder 4">
            <a:extLst>
              <a:ext uri="{FF2B5EF4-FFF2-40B4-BE49-F238E27FC236}">
                <a16:creationId xmlns:a16="http://schemas.microsoft.com/office/drawing/2014/main" id="{2E1923C7-5010-4C4F-A932-4BDA0B62A7C0}"/>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17</a:t>
            </a:fld>
            <a:endParaRPr lang="en-US" dirty="0"/>
          </a:p>
        </p:txBody>
      </p:sp>
    </p:spTree>
    <p:extLst>
      <p:ext uri="{BB962C8B-B14F-4D97-AF65-F5344CB8AC3E}">
        <p14:creationId xmlns:p14="http://schemas.microsoft.com/office/powerpoint/2010/main" val="33962667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BF33B-5572-4A00-A55C-1E13A6B3A8F1}"/>
              </a:ext>
            </a:extLst>
          </p:cNvPr>
          <p:cNvSpPr>
            <a:spLocks noGrp="1"/>
          </p:cNvSpPr>
          <p:nvPr>
            <p:ph type="title"/>
          </p:nvPr>
        </p:nvSpPr>
        <p:spPr>
          <a:xfrm>
            <a:off x="1885156" y="892177"/>
            <a:ext cx="8421688" cy="1325563"/>
          </a:xfrm>
        </p:spPr>
        <p:txBody>
          <a:bodyPr/>
          <a:lstStyle/>
          <a:p>
            <a:r>
              <a:rPr lang="en-US" dirty="0"/>
              <a:t>FUNDING</a:t>
            </a:r>
          </a:p>
        </p:txBody>
      </p:sp>
      <p:graphicFrame>
        <p:nvGraphicFramePr>
          <p:cNvPr id="58" name="Content Placeholder 57" title="Funding Chart">
            <a:extLst>
              <a:ext uri="{FF2B5EF4-FFF2-40B4-BE49-F238E27FC236}">
                <a16:creationId xmlns:a16="http://schemas.microsoft.com/office/drawing/2014/main" id="{0231F8BC-AEBA-4843-9F73-E06265724EAB}"/>
              </a:ext>
            </a:extLst>
          </p:cNvPr>
          <p:cNvGraphicFramePr>
            <a:graphicFrameLocks noGrp="1"/>
          </p:cNvGraphicFramePr>
          <p:nvPr>
            <p:ph sz="quarter" idx="21"/>
            <p:extLst>
              <p:ext uri="{D42A27DB-BD31-4B8C-83A1-F6EECF244321}">
                <p14:modId xmlns:p14="http://schemas.microsoft.com/office/powerpoint/2010/main" val="3157508600"/>
              </p:ext>
            </p:extLst>
          </p:nvPr>
        </p:nvGraphicFramePr>
        <p:xfrm>
          <a:off x="1074738" y="2370138"/>
          <a:ext cx="1857375" cy="1665287"/>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 Placeholder 2">
            <a:extLst>
              <a:ext uri="{FF2B5EF4-FFF2-40B4-BE49-F238E27FC236}">
                <a16:creationId xmlns:a16="http://schemas.microsoft.com/office/drawing/2014/main" id="{82A4739B-8DE9-4523-8034-4E83861CCF73}"/>
              </a:ext>
            </a:extLst>
          </p:cNvPr>
          <p:cNvSpPr>
            <a:spLocks noGrp="1"/>
          </p:cNvSpPr>
          <p:nvPr>
            <p:ph type="body" idx="1"/>
          </p:nvPr>
        </p:nvSpPr>
        <p:spPr>
          <a:xfrm>
            <a:off x="838200" y="3788813"/>
            <a:ext cx="2330726" cy="804859"/>
          </a:xfrm>
        </p:spPr>
        <p:txBody>
          <a:bodyPr/>
          <a:lstStyle/>
          <a:p>
            <a:r>
              <a:rPr lang="en-US" dirty="0"/>
              <a:t>$14,000</a:t>
            </a:r>
          </a:p>
        </p:txBody>
      </p:sp>
      <p:sp>
        <p:nvSpPr>
          <p:cNvPr id="14" name="Text Placeholder 13">
            <a:extLst>
              <a:ext uri="{FF2B5EF4-FFF2-40B4-BE49-F238E27FC236}">
                <a16:creationId xmlns:a16="http://schemas.microsoft.com/office/drawing/2014/main" id="{C487CCC0-D329-4C1F-A1CD-04930A23C5C3}"/>
              </a:ext>
            </a:extLst>
          </p:cNvPr>
          <p:cNvSpPr>
            <a:spLocks noGrp="1"/>
          </p:cNvSpPr>
          <p:nvPr>
            <p:ph type="body" idx="17"/>
          </p:nvPr>
        </p:nvSpPr>
        <p:spPr>
          <a:xfrm>
            <a:off x="838200" y="4464810"/>
            <a:ext cx="2330726" cy="438505"/>
          </a:xfrm>
        </p:spPr>
        <p:txBody>
          <a:bodyPr/>
          <a:lstStyle/>
          <a:p>
            <a:r>
              <a:rPr lang="en-US" dirty="0"/>
              <a:t>ANGEL INVESTMENTS</a:t>
            </a:r>
          </a:p>
        </p:txBody>
      </p:sp>
      <p:sp>
        <p:nvSpPr>
          <p:cNvPr id="4" name="Content Placeholder 3">
            <a:extLst>
              <a:ext uri="{FF2B5EF4-FFF2-40B4-BE49-F238E27FC236}">
                <a16:creationId xmlns:a16="http://schemas.microsoft.com/office/drawing/2014/main" id="{21CF2BB3-1E12-4189-9F5F-EF136C62E39B}"/>
              </a:ext>
            </a:extLst>
          </p:cNvPr>
          <p:cNvSpPr>
            <a:spLocks noGrp="1"/>
          </p:cNvSpPr>
          <p:nvPr>
            <p:ph sz="half" idx="2"/>
          </p:nvPr>
        </p:nvSpPr>
        <p:spPr>
          <a:xfrm>
            <a:off x="838200" y="5120722"/>
            <a:ext cx="2330726" cy="853167"/>
          </a:xfrm>
        </p:spPr>
        <p:txBody>
          <a:bodyPr/>
          <a:lstStyle/>
          <a:p>
            <a:r>
              <a:rPr lang="en-US" dirty="0"/>
              <a:t>Amount obtained through other investors</a:t>
            </a:r>
          </a:p>
        </p:txBody>
      </p:sp>
      <p:graphicFrame>
        <p:nvGraphicFramePr>
          <p:cNvPr id="59" name="Content Placeholder 58" title="Funding Chart">
            <a:extLst>
              <a:ext uri="{FF2B5EF4-FFF2-40B4-BE49-F238E27FC236}">
                <a16:creationId xmlns:a16="http://schemas.microsoft.com/office/drawing/2014/main" id="{AD7D64AB-F97A-41F1-B2E8-66B1E245043A}"/>
              </a:ext>
            </a:extLst>
          </p:cNvPr>
          <p:cNvGraphicFramePr>
            <a:graphicFrameLocks noGrp="1"/>
          </p:cNvGraphicFramePr>
          <p:nvPr>
            <p:ph sz="quarter" idx="22"/>
            <p:extLst>
              <p:ext uri="{D42A27DB-BD31-4B8C-83A1-F6EECF244321}">
                <p14:modId xmlns:p14="http://schemas.microsoft.com/office/powerpoint/2010/main" val="3021991828"/>
              </p:ext>
            </p:extLst>
          </p:nvPr>
        </p:nvGraphicFramePr>
        <p:xfrm>
          <a:off x="3805238" y="2370138"/>
          <a:ext cx="1857375" cy="1665287"/>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Placeholder 4">
            <a:extLst>
              <a:ext uri="{FF2B5EF4-FFF2-40B4-BE49-F238E27FC236}">
                <a16:creationId xmlns:a16="http://schemas.microsoft.com/office/drawing/2014/main" id="{68145D0E-892D-492B-8AD6-551CF27DD5F7}"/>
              </a:ext>
            </a:extLst>
          </p:cNvPr>
          <p:cNvSpPr>
            <a:spLocks noGrp="1"/>
          </p:cNvSpPr>
          <p:nvPr>
            <p:ph type="body" sz="quarter" idx="3"/>
          </p:nvPr>
        </p:nvSpPr>
        <p:spPr>
          <a:xfrm>
            <a:off x="3562665" y="3788813"/>
            <a:ext cx="2342205" cy="804859"/>
          </a:xfrm>
        </p:spPr>
        <p:txBody>
          <a:bodyPr/>
          <a:lstStyle/>
          <a:p>
            <a:r>
              <a:rPr lang="en-US" dirty="0"/>
              <a:t>$12,000</a:t>
            </a:r>
          </a:p>
        </p:txBody>
      </p:sp>
      <p:sp>
        <p:nvSpPr>
          <p:cNvPr id="15" name="Text Placeholder 14">
            <a:extLst>
              <a:ext uri="{FF2B5EF4-FFF2-40B4-BE49-F238E27FC236}">
                <a16:creationId xmlns:a16="http://schemas.microsoft.com/office/drawing/2014/main" id="{34E62770-EE0A-4D83-B50E-CD868056030E}"/>
              </a:ext>
            </a:extLst>
          </p:cNvPr>
          <p:cNvSpPr>
            <a:spLocks noGrp="1"/>
          </p:cNvSpPr>
          <p:nvPr>
            <p:ph type="body" sz="quarter" idx="18"/>
          </p:nvPr>
        </p:nvSpPr>
        <p:spPr>
          <a:xfrm>
            <a:off x="3562665" y="4464810"/>
            <a:ext cx="2342205" cy="438505"/>
          </a:xfrm>
        </p:spPr>
        <p:txBody>
          <a:bodyPr/>
          <a:lstStyle/>
          <a:p>
            <a:r>
              <a:rPr lang="en-US" dirty="0"/>
              <a:t>PROPERTY</a:t>
            </a:r>
          </a:p>
        </p:txBody>
      </p:sp>
      <p:sp>
        <p:nvSpPr>
          <p:cNvPr id="6" name="Content Placeholder 5">
            <a:extLst>
              <a:ext uri="{FF2B5EF4-FFF2-40B4-BE49-F238E27FC236}">
                <a16:creationId xmlns:a16="http://schemas.microsoft.com/office/drawing/2014/main" id="{3ED3951E-8DE6-4BA9-B9BA-CFCDF432226C}"/>
              </a:ext>
            </a:extLst>
          </p:cNvPr>
          <p:cNvSpPr>
            <a:spLocks noGrp="1"/>
          </p:cNvSpPr>
          <p:nvPr>
            <p:ph sz="quarter" idx="4"/>
          </p:nvPr>
        </p:nvSpPr>
        <p:spPr>
          <a:xfrm>
            <a:off x="3562665" y="5120722"/>
            <a:ext cx="2342205" cy="853167"/>
          </a:xfrm>
        </p:spPr>
        <p:txBody>
          <a:bodyPr/>
          <a:lstStyle/>
          <a:p>
            <a:r>
              <a:rPr lang="en-US" dirty="0"/>
              <a:t>Revenue obtained from property rentals</a:t>
            </a:r>
          </a:p>
        </p:txBody>
      </p:sp>
      <p:graphicFrame>
        <p:nvGraphicFramePr>
          <p:cNvPr id="60" name="Content Placeholder 59" title="Funding Chart">
            <a:extLst>
              <a:ext uri="{FF2B5EF4-FFF2-40B4-BE49-F238E27FC236}">
                <a16:creationId xmlns:a16="http://schemas.microsoft.com/office/drawing/2014/main" id="{81BCDC44-04F0-4390-B965-A86C88176708}"/>
              </a:ext>
            </a:extLst>
          </p:cNvPr>
          <p:cNvGraphicFramePr>
            <a:graphicFrameLocks noGrp="1"/>
          </p:cNvGraphicFramePr>
          <p:nvPr>
            <p:ph sz="quarter" idx="23"/>
            <p:extLst>
              <p:ext uri="{D42A27DB-BD31-4B8C-83A1-F6EECF244321}">
                <p14:modId xmlns:p14="http://schemas.microsoft.com/office/powerpoint/2010/main" val="2350556506"/>
              </p:ext>
            </p:extLst>
          </p:nvPr>
        </p:nvGraphicFramePr>
        <p:xfrm>
          <a:off x="6529388" y="2370138"/>
          <a:ext cx="1857375" cy="1665287"/>
        </p:xfrm>
        <a:graphic>
          <a:graphicData uri="http://schemas.openxmlformats.org/drawingml/2006/chart">
            <c:chart xmlns:c="http://schemas.openxmlformats.org/drawingml/2006/chart" xmlns:r="http://schemas.openxmlformats.org/officeDocument/2006/relationships" r:id="rId4"/>
          </a:graphicData>
        </a:graphic>
      </p:graphicFrame>
      <p:sp>
        <p:nvSpPr>
          <p:cNvPr id="10" name="Text Placeholder 9">
            <a:extLst>
              <a:ext uri="{FF2B5EF4-FFF2-40B4-BE49-F238E27FC236}">
                <a16:creationId xmlns:a16="http://schemas.microsoft.com/office/drawing/2014/main" id="{C66E4F1A-AD73-4086-B578-235F0B9F1FC4}"/>
              </a:ext>
            </a:extLst>
          </p:cNvPr>
          <p:cNvSpPr>
            <a:spLocks noGrp="1"/>
          </p:cNvSpPr>
          <p:nvPr>
            <p:ph type="body" idx="13"/>
          </p:nvPr>
        </p:nvSpPr>
        <p:spPr>
          <a:xfrm>
            <a:off x="6298609" y="3788813"/>
            <a:ext cx="2330726" cy="804859"/>
          </a:xfrm>
        </p:spPr>
        <p:txBody>
          <a:bodyPr/>
          <a:lstStyle/>
          <a:p>
            <a:r>
              <a:rPr lang="en-US" dirty="0"/>
              <a:t>$82,000</a:t>
            </a:r>
          </a:p>
        </p:txBody>
      </p:sp>
      <p:sp>
        <p:nvSpPr>
          <p:cNvPr id="16" name="Text Placeholder 15">
            <a:extLst>
              <a:ext uri="{FF2B5EF4-FFF2-40B4-BE49-F238E27FC236}">
                <a16:creationId xmlns:a16="http://schemas.microsoft.com/office/drawing/2014/main" id="{AAB421C5-B6AC-48B8-8AEB-AB16AAE5010E}"/>
              </a:ext>
            </a:extLst>
          </p:cNvPr>
          <p:cNvSpPr>
            <a:spLocks noGrp="1"/>
          </p:cNvSpPr>
          <p:nvPr>
            <p:ph type="body" idx="19"/>
          </p:nvPr>
        </p:nvSpPr>
        <p:spPr>
          <a:xfrm>
            <a:off x="6298609" y="4464810"/>
            <a:ext cx="2330726" cy="438505"/>
          </a:xfrm>
        </p:spPr>
        <p:txBody>
          <a:bodyPr/>
          <a:lstStyle/>
          <a:p>
            <a:r>
              <a:rPr lang="en-US" dirty="0"/>
              <a:t>SHARES</a:t>
            </a:r>
          </a:p>
        </p:txBody>
      </p:sp>
      <p:sp>
        <p:nvSpPr>
          <p:cNvPr id="11" name="Content Placeholder 10">
            <a:extLst>
              <a:ext uri="{FF2B5EF4-FFF2-40B4-BE49-F238E27FC236}">
                <a16:creationId xmlns:a16="http://schemas.microsoft.com/office/drawing/2014/main" id="{345C82A0-3F56-47BD-9FB2-6B56DA715F93}"/>
              </a:ext>
            </a:extLst>
          </p:cNvPr>
          <p:cNvSpPr>
            <a:spLocks noGrp="1"/>
          </p:cNvSpPr>
          <p:nvPr>
            <p:ph sz="half" idx="14"/>
          </p:nvPr>
        </p:nvSpPr>
        <p:spPr>
          <a:xfrm>
            <a:off x="6298609" y="5120722"/>
            <a:ext cx="2330726" cy="853167"/>
          </a:xfrm>
        </p:spPr>
        <p:txBody>
          <a:bodyPr/>
          <a:lstStyle/>
          <a:p>
            <a:r>
              <a:rPr lang="en-US" dirty="0"/>
              <a:t>Number of shares converted into USD</a:t>
            </a:r>
          </a:p>
          <a:p>
            <a:endParaRPr lang="en-US" noProof="1"/>
          </a:p>
        </p:txBody>
      </p:sp>
      <p:graphicFrame>
        <p:nvGraphicFramePr>
          <p:cNvPr id="61" name="Content Placeholder 60" title="Funding Chart">
            <a:extLst>
              <a:ext uri="{FF2B5EF4-FFF2-40B4-BE49-F238E27FC236}">
                <a16:creationId xmlns:a16="http://schemas.microsoft.com/office/drawing/2014/main" id="{D78C801B-5A42-4B88-AF2C-A3C45CD69E2E}"/>
              </a:ext>
            </a:extLst>
          </p:cNvPr>
          <p:cNvGraphicFramePr>
            <a:graphicFrameLocks noGrp="1"/>
          </p:cNvGraphicFramePr>
          <p:nvPr>
            <p:ph sz="quarter" idx="24"/>
            <p:extLst>
              <p:ext uri="{D42A27DB-BD31-4B8C-83A1-F6EECF244321}">
                <p14:modId xmlns:p14="http://schemas.microsoft.com/office/powerpoint/2010/main" val="2617539870"/>
              </p:ext>
            </p:extLst>
          </p:nvPr>
        </p:nvGraphicFramePr>
        <p:xfrm>
          <a:off x="9259888" y="2370138"/>
          <a:ext cx="1857375" cy="1665287"/>
        </p:xfrm>
        <a:graphic>
          <a:graphicData uri="http://schemas.openxmlformats.org/drawingml/2006/chart">
            <c:chart xmlns:c="http://schemas.openxmlformats.org/drawingml/2006/chart" xmlns:r="http://schemas.openxmlformats.org/officeDocument/2006/relationships" r:id="rId5"/>
          </a:graphicData>
        </a:graphic>
      </p:graphicFrame>
      <p:sp>
        <p:nvSpPr>
          <p:cNvPr id="12" name="Text Placeholder 11">
            <a:extLst>
              <a:ext uri="{FF2B5EF4-FFF2-40B4-BE49-F238E27FC236}">
                <a16:creationId xmlns:a16="http://schemas.microsoft.com/office/drawing/2014/main" id="{F70E657A-85D8-48A8-B017-274F0C32C5C9}"/>
              </a:ext>
            </a:extLst>
          </p:cNvPr>
          <p:cNvSpPr>
            <a:spLocks noGrp="1"/>
          </p:cNvSpPr>
          <p:nvPr>
            <p:ph type="body" idx="15"/>
          </p:nvPr>
        </p:nvSpPr>
        <p:spPr>
          <a:xfrm>
            <a:off x="9023074" y="3788457"/>
            <a:ext cx="2330726" cy="804859"/>
          </a:xfrm>
        </p:spPr>
        <p:txBody>
          <a:bodyPr/>
          <a:lstStyle/>
          <a:p>
            <a:r>
              <a:rPr lang="en-US" dirty="0"/>
              <a:t>$32,000</a:t>
            </a:r>
          </a:p>
        </p:txBody>
      </p:sp>
      <p:sp>
        <p:nvSpPr>
          <p:cNvPr id="17" name="Text Placeholder 16">
            <a:extLst>
              <a:ext uri="{FF2B5EF4-FFF2-40B4-BE49-F238E27FC236}">
                <a16:creationId xmlns:a16="http://schemas.microsoft.com/office/drawing/2014/main" id="{025753CB-8973-4FAE-BB5D-5CC96CE338D4}"/>
              </a:ext>
            </a:extLst>
          </p:cNvPr>
          <p:cNvSpPr>
            <a:spLocks noGrp="1"/>
          </p:cNvSpPr>
          <p:nvPr>
            <p:ph type="body" idx="20"/>
          </p:nvPr>
        </p:nvSpPr>
        <p:spPr>
          <a:xfrm>
            <a:off x="9023074" y="4464454"/>
            <a:ext cx="2330726" cy="438505"/>
          </a:xfrm>
        </p:spPr>
        <p:txBody>
          <a:bodyPr/>
          <a:lstStyle/>
          <a:p>
            <a:r>
              <a:rPr lang="en-US" dirty="0"/>
              <a:t>CASH</a:t>
            </a:r>
          </a:p>
        </p:txBody>
      </p:sp>
      <p:sp>
        <p:nvSpPr>
          <p:cNvPr id="13" name="Content Placeholder 12">
            <a:extLst>
              <a:ext uri="{FF2B5EF4-FFF2-40B4-BE49-F238E27FC236}">
                <a16:creationId xmlns:a16="http://schemas.microsoft.com/office/drawing/2014/main" id="{69F9DEC9-77BC-482D-ACFB-0F2B6DC65F9F}"/>
              </a:ext>
            </a:extLst>
          </p:cNvPr>
          <p:cNvSpPr>
            <a:spLocks noGrp="1"/>
          </p:cNvSpPr>
          <p:nvPr>
            <p:ph sz="half" idx="16"/>
          </p:nvPr>
        </p:nvSpPr>
        <p:spPr>
          <a:xfrm>
            <a:off x="9023074" y="5120366"/>
            <a:ext cx="2330726" cy="853167"/>
          </a:xfrm>
        </p:spPr>
        <p:txBody>
          <a:bodyPr/>
          <a:lstStyle/>
          <a:p>
            <a:r>
              <a:rPr lang="en-US" noProof="1"/>
              <a:t>Liquid cash we have on hand</a:t>
            </a:r>
          </a:p>
          <a:p>
            <a:endParaRPr lang="en-US" dirty="0"/>
          </a:p>
        </p:txBody>
      </p:sp>
      <p:sp>
        <p:nvSpPr>
          <p:cNvPr id="7" name="Date Placeholder 6">
            <a:extLst>
              <a:ext uri="{FF2B5EF4-FFF2-40B4-BE49-F238E27FC236}">
                <a16:creationId xmlns:a16="http://schemas.microsoft.com/office/drawing/2014/main" id="{A563C171-5812-4E79-804A-ED04E1BD313F}"/>
              </a:ext>
            </a:extLst>
          </p:cNvPr>
          <p:cNvSpPr>
            <a:spLocks noGrp="1"/>
          </p:cNvSpPr>
          <p:nvPr>
            <p:ph type="dt" sz="half" idx="10"/>
          </p:nvPr>
        </p:nvSpPr>
        <p:spPr>
          <a:xfrm>
            <a:off x="838200" y="6356350"/>
            <a:ext cx="2743200" cy="365125"/>
          </a:xfrm>
        </p:spPr>
        <p:txBody>
          <a:bodyPr/>
          <a:lstStyle/>
          <a:p>
            <a:r>
              <a:rPr lang="en-US" dirty="0"/>
              <a:t>20XX</a:t>
            </a:r>
          </a:p>
        </p:txBody>
      </p:sp>
      <p:sp>
        <p:nvSpPr>
          <p:cNvPr id="8" name="Footer Placeholder 7">
            <a:extLst>
              <a:ext uri="{FF2B5EF4-FFF2-40B4-BE49-F238E27FC236}">
                <a16:creationId xmlns:a16="http://schemas.microsoft.com/office/drawing/2014/main" id="{3AD8A4DC-ECAA-4D59-BE12-EBEDDE9E2A7D}"/>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9" name="Slide Number Placeholder 8">
            <a:extLst>
              <a:ext uri="{FF2B5EF4-FFF2-40B4-BE49-F238E27FC236}">
                <a16:creationId xmlns:a16="http://schemas.microsoft.com/office/drawing/2014/main" id="{9BFC0B64-8F13-426F-B6C5-9C9427ACAD7E}"/>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18</a:t>
            </a:fld>
            <a:endParaRPr lang="en-US" dirty="0"/>
          </a:p>
        </p:txBody>
      </p:sp>
    </p:spTree>
    <p:extLst>
      <p:ext uri="{BB962C8B-B14F-4D97-AF65-F5344CB8AC3E}">
        <p14:creationId xmlns:p14="http://schemas.microsoft.com/office/powerpoint/2010/main" val="1177824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FA191-5CCC-43CB-BD83-4F80ED362608}"/>
              </a:ext>
            </a:extLst>
          </p:cNvPr>
          <p:cNvSpPr>
            <a:spLocks noGrp="1"/>
          </p:cNvSpPr>
          <p:nvPr>
            <p:ph type="title"/>
          </p:nvPr>
        </p:nvSpPr>
        <p:spPr>
          <a:xfrm>
            <a:off x="5476875" y="1671639"/>
            <a:ext cx="5111750" cy="1204912"/>
          </a:xfrm>
        </p:spPr>
        <p:txBody>
          <a:bodyPr/>
          <a:lstStyle/>
          <a:p>
            <a:r>
              <a:rPr lang="en-US" dirty="0"/>
              <a:t>SUMMARY</a:t>
            </a:r>
          </a:p>
        </p:txBody>
      </p:sp>
      <p:sp>
        <p:nvSpPr>
          <p:cNvPr id="3" name="Content Placeholder 2">
            <a:extLst>
              <a:ext uri="{FF2B5EF4-FFF2-40B4-BE49-F238E27FC236}">
                <a16:creationId xmlns:a16="http://schemas.microsoft.com/office/drawing/2014/main" id="{E14BBEAF-B516-45F4-9EF6-A9F65111580F}"/>
              </a:ext>
            </a:extLst>
          </p:cNvPr>
          <p:cNvSpPr>
            <a:spLocks noGrp="1"/>
          </p:cNvSpPr>
          <p:nvPr>
            <p:ph type="body" idx="1"/>
          </p:nvPr>
        </p:nvSpPr>
        <p:spPr>
          <a:xfrm>
            <a:off x="5476875" y="3682546"/>
            <a:ext cx="5111750" cy="1525588"/>
          </a:xfrm>
        </p:spPr>
        <p:txBody>
          <a:bodyPr vert="horz" lIns="91440" tIns="45720" rIns="91440" bIns="45720" rtlCol="0" anchor="b">
            <a:normAutofit/>
          </a:bodyPr>
          <a:lstStyle/>
          <a:p>
            <a:r>
              <a:rPr lang="en-US" dirty="0"/>
              <a:t>At Contoso, we believe in giving 110%. By using our next-generation data architecture, we help organizations virtually manage agile workflows. We thrive because of our market knowledge and great team behind our product. As our CEO says, "Efficiencies will come from proactively transforming how we do business.”</a:t>
            </a:r>
          </a:p>
        </p:txBody>
      </p:sp>
      <p:sp>
        <p:nvSpPr>
          <p:cNvPr id="4" name="Date Placeholder 3">
            <a:extLst>
              <a:ext uri="{FF2B5EF4-FFF2-40B4-BE49-F238E27FC236}">
                <a16:creationId xmlns:a16="http://schemas.microsoft.com/office/drawing/2014/main" id="{13F8C8B5-F6EC-489B-BD0F-CD89A73CAB3A}"/>
              </a:ext>
            </a:extLst>
          </p:cNvPr>
          <p:cNvSpPr>
            <a:spLocks noGrp="1"/>
          </p:cNvSpPr>
          <p:nvPr>
            <p:ph type="dt" sz="half" idx="10"/>
          </p:nvPr>
        </p:nvSpPr>
        <p:spPr>
          <a:xfrm>
            <a:off x="838200" y="6356350"/>
            <a:ext cx="2743200" cy="365125"/>
          </a:xfrm>
        </p:spPr>
        <p:txBody>
          <a:bodyPr/>
          <a:lstStyle/>
          <a:p>
            <a:r>
              <a:rPr lang="en-US" dirty="0"/>
              <a:t>20XX</a:t>
            </a:r>
          </a:p>
        </p:txBody>
      </p:sp>
      <p:sp>
        <p:nvSpPr>
          <p:cNvPr id="5" name="Footer Placeholder 4">
            <a:extLst>
              <a:ext uri="{FF2B5EF4-FFF2-40B4-BE49-F238E27FC236}">
                <a16:creationId xmlns:a16="http://schemas.microsoft.com/office/drawing/2014/main" id="{11AEA823-8519-4F9D-81FA-3673131076FC}"/>
              </a:ext>
            </a:extLst>
          </p:cNvPr>
          <p:cNvSpPr>
            <a:spLocks noGrp="1"/>
          </p:cNvSpPr>
          <p:nvPr>
            <p:ph type="ftr" sz="quarter" idx="11"/>
          </p:nvPr>
        </p:nvSpPr>
        <p:spPr>
          <a:xfrm>
            <a:off x="4038600" y="6356350"/>
            <a:ext cx="4114800"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BAEFF51B-0E28-4171-AE7C-A31AAB42BC73}"/>
              </a:ext>
            </a:extLst>
          </p:cNvPr>
          <p:cNvSpPr>
            <a:spLocks noGrp="1"/>
          </p:cNvSpPr>
          <p:nvPr>
            <p:ph type="sldNum" sz="quarter" idx="12"/>
          </p:nvPr>
        </p:nvSpPr>
        <p:spPr>
          <a:xfrm>
            <a:off x="8610600" y="6356350"/>
            <a:ext cx="2743200" cy="365125"/>
          </a:xfrm>
        </p:spPr>
        <p:txBody>
          <a:bodyPr/>
          <a:lstStyle/>
          <a:p>
            <a:fld id="{B5CEABB6-07DC-46E8-9B57-56EC44A396E5}" type="slidenum">
              <a:rPr lang="en-US" smtClean="0"/>
              <a:pPr/>
              <a:t>19</a:t>
            </a:fld>
            <a:endParaRPr lang="en-US" dirty="0"/>
          </a:p>
        </p:txBody>
      </p:sp>
    </p:spTree>
    <p:extLst>
      <p:ext uri="{BB962C8B-B14F-4D97-AF65-F5344CB8AC3E}">
        <p14:creationId xmlns:p14="http://schemas.microsoft.com/office/powerpoint/2010/main" val="92017393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CAEE93-8585-46D4-A7EC-F184E317CB2E}"/>
              </a:ext>
            </a:extLst>
          </p:cNvPr>
          <p:cNvSpPr>
            <a:spLocks noGrp="1"/>
          </p:cNvSpPr>
          <p:nvPr>
            <p:ph type="ctrTitle"/>
          </p:nvPr>
        </p:nvSpPr>
        <p:spPr>
          <a:xfrm>
            <a:off x="4267200" y="1615736"/>
            <a:ext cx="4179570" cy="1524735"/>
          </a:xfrm>
        </p:spPr>
        <p:txBody>
          <a:bodyPr/>
          <a:lstStyle/>
          <a:p>
            <a:r>
              <a:rPr lang="en-US" dirty="0"/>
              <a:t>THANK YOU</a:t>
            </a:r>
          </a:p>
        </p:txBody>
      </p:sp>
      <p:sp>
        <p:nvSpPr>
          <p:cNvPr id="3" name="Content Placeholder 2">
            <a:extLst>
              <a:ext uri="{FF2B5EF4-FFF2-40B4-BE49-F238E27FC236}">
                <a16:creationId xmlns:a16="http://schemas.microsoft.com/office/drawing/2014/main" id="{24AFFC60-19C3-4901-93F7-7AAF4C09F8C6}"/>
              </a:ext>
            </a:extLst>
          </p:cNvPr>
          <p:cNvSpPr>
            <a:spLocks noGrp="1"/>
          </p:cNvSpPr>
          <p:nvPr>
            <p:ph type="subTitle" idx="1"/>
          </p:nvPr>
        </p:nvSpPr>
        <p:spPr>
          <a:xfrm>
            <a:off x="4267200" y="3238103"/>
            <a:ext cx="4179570" cy="2004161"/>
          </a:xfrm>
        </p:spPr>
        <p:txBody>
          <a:bodyPr>
            <a:normAutofit/>
          </a:bodyPr>
          <a:lstStyle/>
          <a:p>
            <a:r>
              <a:rPr lang="en-US" dirty="0"/>
              <a:t>Mirjam Nilsson​</a:t>
            </a:r>
          </a:p>
          <a:p>
            <a:r>
              <a:rPr lang="en-US" dirty="0"/>
              <a:t>206-555-0146</a:t>
            </a:r>
          </a:p>
          <a:p>
            <a:r>
              <a:rPr lang="en-US" dirty="0"/>
              <a:t>mirjam@contoso.com</a:t>
            </a:r>
          </a:p>
          <a:p>
            <a:r>
              <a:rPr lang="en-US" dirty="0"/>
              <a:t>www.contoso.com</a:t>
            </a:r>
          </a:p>
        </p:txBody>
      </p:sp>
      <p:sp>
        <p:nvSpPr>
          <p:cNvPr id="4" name="Date Placeholder 3">
            <a:extLst>
              <a:ext uri="{FF2B5EF4-FFF2-40B4-BE49-F238E27FC236}">
                <a16:creationId xmlns:a16="http://schemas.microsoft.com/office/drawing/2014/main" id="{72DA7980-C870-4C9A-84FA-4120D8AF5DE8}"/>
              </a:ext>
            </a:extLst>
          </p:cNvPr>
          <p:cNvSpPr>
            <a:spLocks noGrp="1"/>
          </p:cNvSpPr>
          <p:nvPr>
            <p:ph type="dt" sz="half" idx="10"/>
          </p:nvPr>
        </p:nvSpPr>
        <p:spPr>
          <a:xfrm>
            <a:off x="4267200" y="6356350"/>
            <a:ext cx="1774371" cy="365125"/>
          </a:xfrm>
        </p:spPr>
        <p:txBody>
          <a:bodyPr/>
          <a:lstStyle/>
          <a:p>
            <a:r>
              <a:rPr lang="en-US" dirty="0"/>
              <a:t>20XX</a:t>
            </a:r>
          </a:p>
        </p:txBody>
      </p:sp>
      <p:sp>
        <p:nvSpPr>
          <p:cNvPr id="5" name="Footer Placeholder 4">
            <a:extLst>
              <a:ext uri="{FF2B5EF4-FFF2-40B4-BE49-F238E27FC236}">
                <a16:creationId xmlns:a16="http://schemas.microsoft.com/office/drawing/2014/main" id="{0DFADE42-1A3F-40C8-A071-E57644F3D843}"/>
              </a:ext>
            </a:extLst>
          </p:cNvPr>
          <p:cNvSpPr>
            <a:spLocks noGrp="1"/>
          </p:cNvSpPr>
          <p:nvPr>
            <p:ph type="ftr" sz="quarter" idx="11"/>
          </p:nvPr>
        </p:nvSpPr>
        <p:spPr>
          <a:xfrm>
            <a:off x="6479721" y="6356350"/>
            <a:ext cx="2661557" cy="365125"/>
          </a:xfrm>
        </p:spPr>
        <p:txBody>
          <a:bodyPr/>
          <a:lstStyle/>
          <a:p>
            <a:r>
              <a:rPr lang="en-US" dirty="0"/>
              <a:t>Pitch Deck</a:t>
            </a:r>
          </a:p>
        </p:txBody>
      </p:sp>
      <p:sp>
        <p:nvSpPr>
          <p:cNvPr id="6" name="Slide Number Placeholder 5">
            <a:extLst>
              <a:ext uri="{FF2B5EF4-FFF2-40B4-BE49-F238E27FC236}">
                <a16:creationId xmlns:a16="http://schemas.microsoft.com/office/drawing/2014/main" id="{5EDCFF82-B70F-4971-9182-7C3AEA3CFD26}"/>
              </a:ext>
            </a:extLst>
          </p:cNvPr>
          <p:cNvSpPr>
            <a:spLocks noGrp="1"/>
          </p:cNvSpPr>
          <p:nvPr>
            <p:ph type="sldNum" sz="quarter" idx="12"/>
          </p:nvPr>
        </p:nvSpPr>
        <p:spPr>
          <a:xfrm>
            <a:off x="9579428" y="6356350"/>
            <a:ext cx="1774371" cy="365125"/>
          </a:xfrm>
        </p:spPr>
        <p:txBody>
          <a:bodyPr/>
          <a:lstStyle/>
          <a:p>
            <a:fld id="{B5CEABB6-07DC-46E8-9B57-56EC44A396E5}" type="slidenum">
              <a:rPr lang="en-US" smtClean="0"/>
              <a:pPr/>
              <a:t>20</a:t>
            </a:fld>
            <a:endParaRPr lang="en-US" dirty="0"/>
          </a:p>
        </p:txBody>
      </p:sp>
    </p:spTree>
    <p:extLst>
      <p:ext uri="{BB962C8B-B14F-4D97-AF65-F5344CB8AC3E}">
        <p14:creationId xmlns:p14="http://schemas.microsoft.com/office/powerpoint/2010/main" val="2436493926"/>
      </p:ext>
    </p:extLst>
  </p:cSld>
  <p:clrMapOvr>
    <a:masterClrMapping/>
  </p:clrMapOvr>
</p:sld>
</file>

<file path=ppt/theme/theme1.xml><?xml version="1.0" encoding="utf-8"?>
<a:theme xmlns:a="http://schemas.openxmlformats.org/drawingml/2006/main" name="Monoline">
  <a:themeElements>
    <a:clrScheme name="Custom 167">
      <a:dk1>
        <a:sysClr val="windowText" lastClr="000000"/>
      </a:dk1>
      <a:lt1>
        <a:sysClr val="window" lastClr="FFFFFF"/>
      </a:lt1>
      <a:dk2>
        <a:srgbClr val="44546A"/>
      </a:dk2>
      <a:lt2>
        <a:srgbClr val="E7E6E6"/>
      </a:lt2>
      <a:accent1>
        <a:srgbClr val="FBF4EF"/>
      </a:accent1>
      <a:accent2>
        <a:srgbClr val="F7F6F3"/>
      </a:accent2>
      <a:accent3>
        <a:srgbClr val="A5A5A5"/>
      </a:accent3>
      <a:accent4>
        <a:srgbClr val="FFC000"/>
      </a:accent4>
      <a:accent5>
        <a:srgbClr val="5B9BD5"/>
      </a:accent5>
      <a:accent6>
        <a:srgbClr val="70AD47"/>
      </a:accent6>
      <a:hlink>
        <a:srgbClr val="0563C1"/>
      </a:hlink>
      <a:folHlink>
        <a:srgbClr val="954F72"/>
      </a:folHlink>
    </a:clrScheme>
    <a:fontScheme name="Custom 56">
      <a:majorFont>
        <a:latin typeface="Tenorite"/>
        <a:ea typeface=""/>
        <a:cs typeface=""/>
      </a:majorFont>
      <a:minorFont>
        <a:latin typeface="Tenorite"/>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56180624 Minimalist light sales pitch_Win32_v3" id="{10980D2D-A96C-4E9B-A00E-81C4CAF0ABBD}" vid="{7928933E-F394-4192-9CD9-6D2A259AB57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EFFFA3F-0FB5-4ED3-8906-A15B16577F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E18436D-DA32-4E27-AC64-8FFEDA5218F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6966C46A-DC57-4209-80CD-9FE6C93151F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Minimalist light sales pitch</Template>
  <TotalTime>744</TotalTime>
  <Words>1241</Words>
  <Application>Microsoft Office PowerPoint</Application>
  <PresentationFormat>Widescreen</PresentationFormat>
  <Paragraphs>346</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Anthropic Sans</vt:lpstr>
      <vt:lpstr>Arial</vt:lpstr>
      <vt:lpstr>Calibri</vt:lpstr>
      <vt:lpstr>Tenorite</vt:lpstr>
      <vt:lpstr>Monoline</vt:lpstr>
      <vt:lpstr>Customer Behaviour analytics</vt:lpstr>
      <vt:lpstr>Problem Statements</vt:lpstr>
      <vt:lpstr>PowerPoint Presentation</vt:lpstr>
      <vt:lpstr>Methodology</vt:lpstr>
      <vt:lpstr>PowerPoint Presentation</vt:lpstr>
      <vt:lpstr>PowerPoint Presentation</vt:lpstr>
      <vt:lpstr>Dashboard demonstration </vt:lpstr>
      <vt:lpstr>PowerPoint Presentation</vt:lpstr>
      <vt:lpstr>MARKET OVERVIEW</vt:lpstr>
      <vt:lpstr>Dashboard insights ShopSense Analytics · Calculated findings from both dashboards </vt:lpstr>
      <vt:lpstr>Business recommendations   </vt:lpstr>
      <vt:lpstr>Growth strategy</vt:lpstr>
      <vt:lpstr>TRACTION</vt:lpstr>
      <vt:lpstr>TWO-YEAR ACTION PLAN</vt:lpstr>
      <vt:lpstr>FINANCIALS</vt:lpstr>
      <vt:lpstr>MEET THE TEAM</vt:lpstr>
      <vt:lpstr>MEET THE TEAM  </vt:lpstr>
      <vt:lpstr>FUNDING</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Theja VAA</dc:creator>
  <cp:lastModifiedBy>Theja VAA</cp:lastModifiedBy>
  <cp:revision>2</cp:revision>
  <dcterms:created xsi:type="dcterms:W3CDTF">2026-06-21T03:52:21Z</dcterms:created>
  <dcterms:modified xsi:type="dcterms:W3CDTF">2026-06-25T14:45:55Z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